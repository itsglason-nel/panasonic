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20/02/relationships/classificationlabels" Target="docMetadata/LabelInfo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D39657C-1FC3-4638-B8CE-1D43F6E66D7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PlaceHolder 1"/>
          <p:cNvSpPr>
            <a:spLocks noGrp="1"/>
          </p:cNvSpPr>
          <p:nvPr>
            <p:ph type="sldImg"/>
          </p:nvPr>
        </p:nvSpPr>
        <p:spPr>
          <a:xfrm>
            <a:off x="992160" y="1247760"/>
            <a:ext cx="4865400" cy="3368160"/>
          </a:xfrm>
          <a:prstGeom prst="rect">
            <a:avLst/>
          </a:prstGeom>
          <a:ln w="0">
            <a:noFill/>
          </a:ln>
        </p:spPr>
      </p:sp>
      <p:sp>
        <p:nvSpPr>
          <p:cNvPr id="1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P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0CA3A2-00A9-4A03-8188-1F39C9BAE967}" type="slidenum">
              <a:rPr lang="en-P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1CFEA7-4149-4FD2-A0F4-11D9EA48EC7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sldImg"/>
          </p:nvPr>
        </p:nvSpPr>
        <p:spPr>
          <a:xfrm>
            <a:off x="992160" y="1247760"/>
            <a:ext cx="4865400" cy="3368160"/>
          </a:xfrm>
          <a:prstGeom prst="rect">
            <a:avLst/>
          </a:prstGeom>
          <a:ln w="0">
            <a:noFill/>
          </a:ln>
        </p:spPr>
      </p:sp>
      <p:sp>
        <p:nvSpPr>
          <p:cNvPr id="1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P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32D29F-B1A5-4358-8F34-29596C7396D1}" type="slidenum">
              <a:rPr lang="en-P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sldImg"/>
          </p:nvPr>
        </p:nvSpPr>
        <p:spPr>
          <a:xfrm>
            <a:off x="992160" y="1247760"/>
            <a:ext cx="4865400" cy="3368160"/>
          </a:xfrm>
          <a:prstGeom prst="rect">
            <a:avLst/>
          </a:prstGeom>
          <a:ln w="0">
            <a:noFill/>
          </a:ln>
        </p:spPr>
      </p:sp>
      <p:sp>
        <p:nvSpPr>
          <p:cNvPr id="1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P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53EFFA-5F3B-48EB-8481-3D645D8423AE}" type="slidenum">
              <a:rPr lang="en-P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E2CE88-5D53-439D-A2FC-9831E4D7051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5DF940-F0EF-4E19-A659-E8396DC900E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AB2AAC-6692-452D-B9AD-EF70F58BB4A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D257FF-51A8-4A4A-94C4-82D5C4EFB19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FECCB2-FC57-4C00-A230-9D428009501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CB0819-3CBD-4CC2-A3EF-99B38FBD729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38E87A-D8E3-42ED-A892-7A6AB40F0A1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9613F4-2A71-4B5F-ACB2-5378A8EA22F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4152A6-5BA1-4039-AB6D-8313A48242B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DE242A-37D4-4D0E-9033-99A3F25D0DA1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333609-D7DD-4924-992B-731623B82E1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MAIN-LINE AUTOMATION PROPOSAL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43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FLOWCHART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270080" y="4226400"/>
            <a:ext cx="5461920" cy="23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NOTES: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Purpose of Automation is: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Traceability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History of Unit Production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Automated PIT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Record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Summary of Defects or Issues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Summary of all Materials needed for production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LINE 1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308520" y="407988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Notes: 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1. Every decision should scan serial number first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 If no good from previous scan, error will occur if scanned as good in the next one, only the scanner that tagged the unit as no good can change to good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 Red Highlight means repair entry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 Blue Highlight means there is data to be recorded (use of equipment)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ounded Rectangle 14"/>
          <p:cNvSpPr/>
          <p:nvPr/>
        </p:nvSpPr>
        <p:spPr>
          <a:xfrm>
            <a:off x="3178080" y="786240"/>
            <a:ext cx="109728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126"/>
          <p:cNvSpPr/>
          <p:nvPr/>
        </p:nvSpPr>
        <p:spPr>
          <a:xfrm>
            <a:off x="3016080" y="1967400"/>
            <a:ext cx="1419840" cy="536400"/>
          </a:xfrm>
          <a:prstGeom prst="parallelogram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1: FAN MOTOR &amp; COMPRESSOR RECORDING and CHECKING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7"/>
          <p:cNvSpPr/>
          <p:nvPr/>
        </p:nvSpPr>
        <p:spPr>
          <a:xfrm>
            <a:off x="3229560" y="2830320"/>
            <a:ext cx="992880" cy="359640"/>
          </a:xfrm>
          <a:prstGeom prst="parallelogram">
            <a:avLst>
              <a:gd name="adj" fmla="val 25000"/>
            </a:avLst>
          </a:prstGeom>
          <a:solidFill>
            <a:srgbClr val="FFC0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1: AIRTIGHT TEST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Straight Arrow Connector 137"/>
          <p:cNvCxnSpPr>
            <a:stCxn id="74" idx="4"/>
            <a:endCxn id="75" idx="0"/>
          </p:cNvCxnSpPr>
          <p:nvPr/>
        </p:nvCxnSpPr>
        <p:spPr>
          <a:xfrm>
            <a:off x="3726000" y="2503800"/>
            <a:ext cx="360" cy="3268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77" name="Rounded Rectangle 126"/>
          <p:cNvSpPr/>
          <p:nvPr/>
        </p:nvSpPr>
        <p:spPr>
          <a:xfrm>
            <a:off x="2994480" y="1350000"/>
            <a:ext cx="1463040" cy="359640"/>
          </a:xfrm>
          <a:prstGeom prst="roundRect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FOR MODEL THAT WILL BE IN PRODUCTION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Straight Arrow Connector 8"/>
          <p:cNvCxnSpPr>
            <a:stCxn id="77" idx="2"/>
            <a:endCxn id="74" idx="0"/>
          </p:cNvCxnSpPr>
          <p:nvPr/>
        </p:nvCxnSpPr>
        <p:spPr>
          <a:xfrm>
            <a:off x="3726000" y="1709640"/>
            <a:ext cx="360" cy="258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9" name="Straight Arrow Connector 17"/>
          <p:cNvCxnSpPr>
            <a:stCxn id="73" idx="2"/>
            <a:endCxn id="77" idx="0"/>
          </p:cNvCxnSpPr>
          <p:nvPr/>
        </p:nvCxnSpPr>
        <p:spPr>
          <a:xfrm flipH="1">
            <a:off x="3726000" y="1145880"/>
            <a:ext cx="1080" cy="2044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0" name="Rounded Rectangle 17"/>
          <p:cNvSpPr/>
          <p:nvPr/>
        </p:nvSpPr>
        <p:spPr>
          <a:xfrm>
            <a:off x="3183840" y="3516480"/>
            <a:ext cx="992880" cy="359640"/>
          </a:xfrm>
          <a:prstGeom prst="parallelogram">
            <a:avLst>
              <a:gd name="adj" fmla="val 25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2: GAS CHARGING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17"/>
          <p:cNvSpPr/>
          <p:nvPr/>
        </p:nvSpPr>
        <p:spPr>
          <a:xfrm>
            <a:off x="3016080" y="4145760"/>
            <a:ext cx="1204920" cy="492840"/>
          </a:xfrm>
          <a:prstGeom prst="parallelogram">
            <a:avLst>
              <a:gd name="adj" fmla="val 25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4: CONTROL BOARD &amp; OUTDOOR PCB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Straight Arrow Connector 143"/>
          <p:cNvCxnSpPr>
            <a:stCxn id="75" idx="4"/>
            <a:endCxn id="80" idx="1"/>
          </p:cNvCxnSpPr>
          <p:nvPr/>
        </p:nvCxnSpPr>
        <p:spPr>
          <a:xfrm flipH="1">
            <a:off x="3725280" y="3189960"/>
            <a:ext cx="1080" cy="3268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3" name="Straight Arrow Connector 146"/>
          <p:cNvCxnSpPr>
            <a:stCxn id="80" idx="4"/>
            <a:endCxn id="81" idx="1"/>
          </p:cNvCxnSpPr>
          <p:nvPr/>
        </p:nvCxnSpPr>
        <p:spPr>
          <a:xfrm>
            <a:off x="3680280" y="3876120"/>
            <a:ext cx="360" cy="270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4" name="Rounded Rectangle 17"/>
          <p:cNvSpPr/>
          <p:nvPr/>
        </p:nvSpPr>
        <p:spPr>
          <a:xfrm>
            <a:off x="3016080" y="4888800"/>
            <a:ext cx="1204920" cy="492840"/>
          </a:xfrm>
          <a:prstGeom prst="parallelogram">
            <a:avLst>
              <a:gd name="adj" fmla="val 25000"/>
            </a:avLst>
          </a:prstGeom>
          <a:solidFill>
            <a:srgbClr val="00B0F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2: WIRING AND CONSTRUCTION INSPECTION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7"/>
          <p:cNvSpPr/>
          <p:nvPr/>
        </p:nvSpPr>
        <p:spPr>
          <a:xfrm>
            <a:off x="7300080" y="991440"/>
            <a:ext cx="1204920" cy="492840"/>
          </a:xfrm>
          <a:prstGeom prst="parallelogram">
            <a:avLst>
              <a:gd name="adj" fmla="val 25000"/>
            </a:avLst>
          </a:prstGeom>
          <a:solidFill>
            <a:schemeClr val="accent6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: RUNNING INSPECTION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7"/>
          <p:cNvSpPr/>
          <p:nvPr/>
        </p:nvSpPr>
        <p:spPr>
          <a:xfrm>
            <a:off x="9235800" y="1968840"/>
            <a:ext cx="1204920" cy="492840"/>
          </a:xfrm>
          <a:prstGeom prst="parallelogram">
            <a:avLst>
              <a:gd name="adj" fmla="val 25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4: VIBRATION TEST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7"/>
          <p:cNvSpPr/>
          <p:nvPr/>
        </p:nvSpPr>
        <p:spPr>
          <a:xfrm>
            <a:off x="7300080" y="3353400"/>
            <a:ext cx="1204920" cy="492840"/>
          </a:xfrm>
          <a:prstGeom prst="parallelogram">
            <a:avLst>
              <a:gd name="adj" fmla="val 25000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5: FINAL INSPECTION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7"/>
          <p:cNvSpPr/>
          <p:nvPr/>
        </p:nvSpPr>
        <p:spPr>
          <a:xfrm>
            <a:off x="7300080" y="4174560"/>
            <a:ext cx="1204920" cy="492840"/>
          </a:xfrm>
          <a:prstGeom prst="parallelogram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5: PACKAGING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Straight Arrow Connector 164"/>
          <p:cNvCxnSpPr/>
          <p:nvPr/>
        </p:nvCxnSpPr>
        <p:spPr>
          <a:xfrm>
            <a:off x="3680280" y="4638600"/>
            <a:ext cx="360" cy="2696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90" name="Rounded Rectangle 17"/>
          <p:cNvSpPr/>
          <p:nvPr/>
        </p:nvSpPr>
        <p:spPr>
          <a:xfrm>
            <a:off x="5162040" y="4169880"/>
            <a:ext cx="1204920" cy="492840"/>
          </a:xfrm>
          <a:prstGeom prst="parallelogram">
            <a:avLst>
              <a:gd name="adj" fmla="val 25000"/>
            </a:avLst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3: INDOOR CONTROL BOARD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Straight Arrow Connector 167"/>
          <p:cNvCxnSpPr/>
          <p:nvPr/>
        </p:nvCxnSpPr>
        <p:spPr>
          <a:xfrm flipH="1">
            <a:off x="4159800" y="4430880"/>
            <a:ext cx="10558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2" name="Elbow Connector 175"/>
          <p:cNvCxnSpPr>
            <a:stCxn id="84" idx="2"/>
            <a:endCxn id="85" idx="1"/>
          </p:cNvCxnSpPr>
          <p:nvPr/>
        </p:nvCxnSpPr>
        <p:spPr>
          <a:xfrm flipV="1">
            <a:off x="4159440" y="991440"/>
            <a:ext cx="3805200" cy="4144320"/>
          </a:xfrm>
          <a:prstGeom prst="bentConnector4">
            <a:avLst>
              <a:gd name="adj1" fmla="val 63165"/>
              <a:gd name="adj2" fmla="val 105516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3" name="Straight Arrow Connector 198"/>
          <p:cNvCxnSpPr>
            <a:stCxn id="87" idx="4"/>
            <a:endCxn id="88" idx="0"/>
          </p:cNvCxnSpPr>
          <p:nvPr/>
        </p:nvCxnSpPr>
        <p:spPr>
          <a:xfrm>
            <a:off x="7902720" y="3846240"/>
            <a:ext cx="360" cy="3286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94" name="Rounded Rectangle 14"/>
          <p:cNvSpPr/>
          <p:nvPr/>
        </p:nvSpPr>
        <p:spPr>
          <a:xfrm>
            <a:off x="7354080" y="4990680"/>
            <a:ext cx="109728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" name="Straight Arrow Connector 204"/>
          <p:cNvCxnSpPr/>
          <p:nvPr/>
        </p:nvCxnSpPr>
        <p:spPr>
          <a:xfrm>
            <a:off x="7902360" y="4664880"/>
            <a:ext cx="360" cy="328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96" name="Rectangle 205"/>
          <p:cNvSpPr/>
          <p:nvPr/>
        </p:nvSpPr>
        <p:spPr>
          <a:xfrm>
            <a:off x="0" y="0"/>
            <a:ext cx="12191760" cy="38016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06"/>
          <p:cNvSpPr/>
          <p:nvPr/>
        </p:nvSpPr>
        <p:spPr>
          <a:xfrm>
            <a:off x="4983120" y="6043320"/>
            <a:ext cx="59148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NOTE: A unit cannot proceed to the next step if it is not scanned/approved in the previous 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Diamond 5"/>
          <p:cNvSpPr/>
          <p:nvPr/>
        </p:nvSpPr>
        <p:spPr>
          <a:xfrm>
            <a:off x="7115400" y="1743120"/>
            <a:ext cx="1574280" cy="94428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UNIT J-CHASSIS HK?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Straight Arrow Connector 9"/>
          <p:cNvCxnSpPr>
            <a:stCxn id="85" idx="4"/>
            <a:endCxn id="98" idx="0"/>
          </p:cNvCxnSpPr>
          <p:nvPr/>
        </p:nvCxnSpPr>
        <p:spPr>
          <a:xfrm>
            <a:off x="7902720" y="1484280"/>
            <a:ext cx="360" cy="259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0" name="Straight Arrow Connector 12"/>
          <p:cNvCxnSpPr>
            <a:stCxn id="98" idx="3"/>
            <a:endCxn id="86" idx="5"/>
          </p:cNvCxnSpPr>
          <p:nvPr/>
        </p:nvCxnSpPr>
        <p:spPr>
          <a:xfrm>
            <a:off x="8689680" y="2215440"/>
            <a:ext cx="60804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1" name="Straight Arrow Connector 18"/>
          <p:cNvCxnSpPr>
            <a:endCxn id="87" idx="0"/>
          </p:cNvCxnSpPr>
          <p:nvPr/>
        </p:nvCxnSpPr>
        <p:spPr>
          <a:xfrm>
            <a:off x="7902360" y="2705400"/>
            <a:ext cx="720" cy="648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2" name="Elbow Connector 175"/>
          <p:cNvCxnSpPr>
            <a:stCxn id="86" idx="2"/>
            <a:endCxn id="87" idx="2"/>
          </p:cNvCxnSpPr>
          <p:nvPr/>
        </p:nvCxnSpPr>
        <p:spPr>
          <a:xfrm flipH="1">
            <a:off x="8443440" y="2215440"/>
            <a:ext cx="1936080" cy="1384920"/>
          </a:xfrm>
          <a:prstGeom prst="bentConnector3">
            <a:avLst>
              <a:gd name="adj1" fmla="val -15008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3" name="TextBox 23"/>
          <p:cNvSpPr/>
          <p:nvPr/>
        </p:nvSpPr>
        <p:spPr>
          <a:xfrm>
            <a:off x="8685360" y="1936080"/>
            <a:ext cx="4438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YES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4"/>
          <p:cNvSpPr/>
          <p:nvPr/>
        </p:nvSpPr>
        <p:spPr>
          <a:xfrm>
            <a:off x="7978680" y="2646000"/>
            <a:ext cx="38628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ounded Rectangle 3"/>
          <p:cNvSpPr/>
          <p:nvPr/>
        </p:nvSpPr>
        <p:spPr>
          <a:xfrm>
            <a:off x="5034960" y="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7"/>
          <p:cNvSpPr/>
          <p:nvPr/>
        </p:nvSpPr>
        <p:spPr>
          <a:xfrm>
            <a:off x="5034960" y="5256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Diamond 152"/>
          <p:cNvSpPr/>
          <p:nvPr/>
        </p:nvSpPr>
        <p:spPr>
          <a:xfrm>
            <a:off x="5034960" y="462708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COMPRESSOR TO BE USED?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5034960" y="4069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1X1 SCANNING OF COMPRESSOR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12"/>
          <p:cNvSpPr/>
          <p:nvPr/>
        </p:nvSpPr>
        <p:spPr>
          <a:xfrm>
            <a:off x="5034960" y="64332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arallelogram 121"/>
          <p:cNvSpPr/>
          <p:nvPr/>
        </p:nvSpPr>
        <p:spPr>
          <a:xfrm>
            <a:off x="3028320" y="52560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arallelogram 122"/>
          <p:cNvSpPr/>
          <p:nvPr/>
        </p:nvSpPr>
        <p:spPr>
          <a:xfrm>
            <a:off x="5034960" y="591516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COMPRESSOR PART NUMBER &amp;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126"/>
          <p:cNvSpPr/>
          <p:nvPr/>
        </p:nvSpPr>
        <p:spPr>
          <a:xfrm>
            <a:off x="4377600" y="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Diamond 127"/>
          <p:cNvSpPr/>
          <p:nvPr/>
        </p:nvSpPr>
        <p:spPr>
          <a:xfrm>
            <a:off x="5034960" y="164484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FAN MOTOR TO BE USED?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128"/>
          <p:cNvSpPr/>
          <p:nvPr/>
        </p:nvSpPr>
        <p:spPr>
          <a:xfrm>
            <a:off x="5034960" y="108684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BY 1 SCANNING OF FAN MOTOR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arallelogram 129"/>
          <p:cNvSpPr/>
          <p:nvPr/>
        </p:nvSpPr>
        <p:spPr>
          <a:xfrm>
            <a:off x="5034960" y="2932920"/>
            <a:ext cx="1799640" cy="38772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FAN MOTOR PART NUMBER &amp;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131"/>
          <p:cNvSpPr/>
          <p:nvPr/>
        </p:nvSpPr>
        <p:spPr>
          <a:xfrm>
            <a:off x="5034960" y="35010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" name="Straight Arrow Connector 134"/>
          <p:cNvCxnSpPr>
            <a:stCxn id="105" idx="2"/>
            <a:endCxn id="106" idx="0"/>
          </p:cNvCxnSpPr>
          <p:nvPr/>
        </p:nvCxnSpPr>
        <p:spPr>
          <a:xfrm>
            <a:off x="5934960" y="359640"/>
            <a:ext cx="360" cy="166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8" name="Straight Arrow Connector 141"/>
          <p:cNvCxnSpPr>
            <a:stCxn id="114" idx="2"/>
            <a:endCxn id="113" idx="0"/>
          </p:cNvCxnSpPr>
          <p:nvPr/>
        </p:nvCxnSpPr>
        <p:spPr>
          <a:xfrm>
            <a:off x="5934960" y="1446480"/>
            <a:ext cx="360" cy="198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9" name="Straight Arrow Connector 143"/>
          <p:cNvCxnSpPr>
            <a:stCxn id="113" idx="2"/>
            <a:endCxn id="115" idx="0"/>
          </p:cNvCxnSpPr>
          <p:nvPr/>
        </p:nvCxnSpPr>
        <p:spPr>
          <a:xfrm>
            <a:off x="5934960" y="272448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0" name="Straight Arrow Connector 146"/>
          <p:cNvCxnSpPr>
            <a:stCxn id="115" idx="4"/>
            <a:endCxn id="116" idx="0"/>
          </p:cNvCxnSpPr>
          <p:nvPr/>
        </p:nvCxnSpPr>
        <p:spPr>
          <a:xfrm>
            <a:off x="5934960" y="3320640"/>
            <a:ext cx="360" cy="18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1" name="Straight Arrow Connector 149"/>
          <p:cNvCxnSpPr>
            <a:stCxn id="116" idx="2"/>
            <a:endCxn id="108" idx="0"/>
          </p:cNvCxnSpPr>
          <p:nvPr/>
        </p:nvCxnSpPr>
        <p:spPr>
          <a:xfrm>
            <a:off x="5934960" y="386064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2" name="Straight Arrow Connector 153"/>
          <p:cNvCxnSpPr>
            <a:stCxn id="108" idx="2"/>
            <a:endCxn id="107" idx="0"/>
          </p:cNvCxnSpPr>
          <p:nvPr/>
        </p:nvCxnSpPr>
        <p:spPr>
          <a:xfrm>
            <a:off x="5934960" y="4428720"/>
            <a:ext cx="360" cy="198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3" name="Straight Arrow Connector 164"/>
          <p:cNvCxnSpPr>
            <a:stCxn id="107" idx="2"/>
            <a:endCxn id="111" idx="0"/>
          </p:cNvCxnSpPr>
          <p:nvPr/>
        </p:nvCxnSpPr>
        <p:spPr>
          <a:xfrm>
            <a:off x="5934960" y="570672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4" name="Straight Arrow Connector 169"/>
          <p:cNvCxnSpPr>
            <a:stCxn id="111" idx="4"/>
            <a:endCxn id="109" idx="0"/>
          </p:cNvCxnSpPr>
          <p:nvPr/>
        </p:nvCxnSpPr>
        <p:spPr>
          <a:xfrm>
            <a:off x="5934960" y="6274800"/>
            <a:ext cx="360" cy="1587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5" name="Straight Arrow Connector 171"/>
          <p:cNvCxnSpPr>
            <a:stCxn id="107" idx="3"/>
          </p:cNvCxnSpPr>
          <p:nvPr/>
        </p:nvCxnSpPr>
        <p:spPr>
          <a:xfrm>
            <a:off x="6834600" y="5167080"/>
            <a:ext cx="5821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6" name="Straight Arrow Connector 172"/>
          <p:cNvCxnSpPr>
            <a:stCxn id="113" idx="3"/>
          </p:cNvCxnSpPr>
          <p:nvPr/>
        </p:nvCxnSpPr>
        <p:spPr>
          <a:xfrm flipV="1">
            <a:off x="6834600" y="2184480"/>
            <a:ext cx="582120" cy="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7" name="Straight Arrow Connector 173"/>
          <p:cNvCxnSpPr>
            <a:stCxn id="106" idx="1"/>
            <a:endCxn id="110" idx="2"/>
          </p:cNvCxnSpPr>
          <p:nvPr/>
        </p:nvCxnSpPr>
        <p:spPr>
          <a:xfrm flipH="1">
            <a:off x="4761000" y="705600"/>
            <a:ext cx="2743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8" name="Rounded Rectangle 177"/>
          <p:cNvSpPr/>
          <p:nvPr/>
        </p:nvSpPr>
        <p:spPr>
          <a:xfrm>
            <a:off x="7104960" y="643320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Straight Arrow Connector 178"/>
          <p:cNvCxnSpPr>
            <a:stCxn id="112" idx="3"/>
            <a:endCxn id="105" idx="1"/>
          </p:cNvCxnSpPr>
          <p:nvPr/>
        </p:nvCxnSpPr>
        <p:spPr>
          <a:xfrm>
            <a:off x="4737240" y="18000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30" name="Straight Arrow Connector 181"/>
          <p:cNvCxnSpPr>
            <a:stCxn id="109" idx="3"/>
            <a:endCxn id="128" idx="1"/>
          </p:cNvCxnSpPr>
          <p:nvPr/>
        </p:nvCxnSpPr>
        <p:spPr>
          <a:xfrm>
            <a:off x="6834600" y="6613200"/>
            <a:ext cx="27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31" name="Rectangle 184"/>
          <p:cNvSpPr/>
          <p:nvPr/>
        </p:nvSpPr>
        <p:spPr>
          <a:xfrm>
            <a:off x="5574960" y="27439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86"/>
          <p:cNvSpPr/>
          <p:nvPr/>
        </p:nvSpPr>
        <p:spPr>
          <a:xfrm>
            <a:off x="6924960" y="20098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87"/>
          <p:cNvSpPr/>
          <p:nvPr/>
        </p:nvSpPr>
        <p:spPr>
          <a:xfrm>
            <a:off x="6924960" y="49870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188"/>
          <p:cNvSpPr/>
          <p:nvPr/>
        </p:nvSpPr>
        <p:spPr>
          <a:xfrm>
            <a:off x="5574960" y="57351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arallelogram 190"/>
          <p:cNvSpPr/>
          <p:nvPr/>
        </p:nvSpPr>
        <p:spPr>
          <a:xfrm>
            <a:off x="7416360" y="20048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91"/>
          <p:cNvSpPr/>
          <p:nvPr/>
        </p:nvSpPr>
        <p:spPr>
          <a:xfrm>
            <a:off x="7416360" y="25732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FAN MOTOR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7" name="Straight Arrow Connector 193"/>
          <p:cNvCxnSpPr>
            <a:endCxn id="136" idx="0"/>
          </p:cNvCxnSpPr>
          <p:nvPr/>
        </p:nvCxnSpPr>
        <p:spPr>
          <a:xfrm>
            <a:off x="8316360" y="2364480"/>
            <a:ext cx="360" cy="2091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38" name="Parallelogram 197"/>
          <p:cNvSpPr/>
          <p:nvPr/>
        </p:nvSpPr>
        <p:spPr>
          <a:xfrm>
            <a:off x="7416360" y="498708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98"/>
          <p:cNvSpPr/>
          <p:nvPr/>
        </p:nvSpPr>
        <p:spPr>
          <a:xfrm>
            <a:off x="7416360" y="5545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COMPRESSOR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Straight Arrow Connector 201"/>
          <p:cNvCxnSpPr>
            <a:endCxn id="139" idx="0"/>
          </p:cNvCxnSpPr>
          <p:nvPr/>
        </p:nvCxnSpPr>
        <p:spPr>
          <a:xfrm>
            <a:off x="8316360" y="5347080"/>
            <a:ext cx="360" cy="198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41" name="Elbow Connector 175"/>
          <p:cNvCxnSpPr>
            <a:stCxn id="110" idx="4"/>
            <a:endCxn id="114" idx="1"/>
          </p:cNvCxnSpPr>
          <p:nvPr/>
        </p:nvCxnSpPr>
        <p:spPr>
          <a:xfrm flipH="1" rot="16200000">
            <a:off x="4290840" y="522720"/>
            <a:ext cx="381960" cy="1107000"/>
          </a:xfrm>
          <a:prstGeom prst="bentConnector2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42" name="Elbow Connector 175"/>
          <p:cNvCxnSpPr>
            <a:stCxn id="136" idx="2"/>
            <a:endCxn id="114" idx="3"/>
          </p:cNvCxnSpPr>
          <p:nvPr/>
        </p:nvCxnSpPr>
        <p:spPr>
          <a:xfrm flipV="1" rot="16200000">
            <a:off x="6742440" y="1359000"/>
            <a:ext cx="1666440" cy="1482120"/>
          </a:xfrm>
          <a:prstGeom prst="bentConnector4">
            <a:avLst>
              <a:gd name="adj1" fmla="val -13742"/>
              <a:gd name="adj2" fmla="val -114237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43" name="Elbow Connector 175"/>
          <p:cNvCxnSpPr>
            <a:stCxn id="139" idx="3"/>
          </p:cNvCxnSpPr>
          <p:nvPr/>
        </p:nvCxnSpPr>
        <p:spPr>
          <a:xfrm flipH="1" flipV="1">
            <a:off x="6834960" y="4248720"/>
            <a:ext cx="2381400" cy="1476720"/>
          </a:xfrm>
          <a:prstGeom prst="bentConnector3">
            <a:avLst>
              <a:gd name="adj1" fmla="val -83383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ounded Rectangle 8"/>
          <p:cNvSpPr/>
          <p:nvPr/>
        </p:nvSpPr>
        <p:spPr>
          <a:xfrm>
            <a:off x="1339920" y="305640"/>
            <a:ext cx="1799640" cy="443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FIRST INSPECTION (AIRTIGHT TEST)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9"/>
          <p:cNvSpPr/>
          <p:nvPr/>
        </p:nvSpPr>
        <p:spPr>
          <a:xfrm>
            <a:off x="1341720" y="11296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arallelogram 15"/>
          <p:cNvSpPr/>
          <p:nvPr/>
        </p:nvSpPr>
        <p:spPr>
          <a:xfrm>
            <a:off x="4674600" y="33706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17"/>
          <p:cNvSpPr/>
          <p:nvPr/>
        </p:nvSpPr>
        <p:spPr>
          <a:xfrm>
            <a:off x="160200" y="3481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Diamond 18"/>
          <p:cNvSpPr/>
          <p:nvPr/>
        </p:nvSpPr>
        <p:spPr>
          <a:xfrm>
            <a:off x="1477800" y="1770840"/>
            <a:ext cx="1523520" cy="94356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UNIT INVERTER?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9" name="Straight Arrow Connector 24"/>
          <p:cNvCxnSpPr>
            <a:stCxn id="144" idx="2"/>
            <a:endCxn id="145" idx="0"/>
          </p:cNvCxnSpPr>
          <p:nvPr/>
        </p:nvCxnSpPr>
        <p:spPr>
          <a:xfrm>
            <a:off x="2239920" y="749520"/>
            <a:ext cx="2160" cy="380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50" name="Straight Arrow Connector 39"/>
          <p:cNvCxnSpPr>
            <a:stCxn id="147" idx="3"/>
            <a:endCxn id="144" idx="1"/>
          </p:cNvCxnSpPr>
          <p:nvPr/>
        </p:nvCxnSpPr>
        <p:spPr>
          <a:xfrm flipV="1">
            <a:off x="519840" y="527760"/>
            <a:ext cx="820440" cy="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51" name="Rectangle 46"/>
          <p:cNvSpPr/>
          <p:nvPr/>
        </p:nvSpPr>
        <p:spPr>
          <a:xfrm>
            <a:off x="3230640" y="40338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41"/>
          <p:cNvSpPr/>
          <p:nvPr/>
        </p:nvSpPr>
        <p:spPr>
          <a:xfrm>
            <a:off x="2912400" y="201024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arallelogram 43"/>
          <p:cNvSpPr/>
          <p:nvPr/>
        </p:nvSpPr>
        <p:spPr>
          <a:xfrm>
            <a:off x="3521880" y="206280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rgbClr val="156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 IF EXPANSION VALVE IS OPEN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4" name="Straight Arrow Connector 81"/>
          <p:cNvCxnSpPr>
            <a:stCxn id="148" idx="3"/>
            <a:endCxn id="153" idx="5"/>
          </p:cNvCxnSpPr>
          <p:nvPr/>
        </p:nvCxnSpPr>
        <p:spPr>
          <a:xfrm>
            <a:off x="3001320" y="2242800"/>
            <a:ext cx="5209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55" name="Straight Arrow Connector 84"/>
          <p:cNvCxnSpPr>
            <a:endCxn id="146" idx="0"/>
          </p:cNvCxnSpPr>
          <p:nvPr/>
        </p:nvCxnSpPr>
        <p:spPr>
          <a:xfrm>
            <a:off x="5574600" y="2957400"/>
            <a:ext cx="360" cy="4136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56" name="Straight Arrow Connector 5"/>
          <p:cNvCxnSpPr/>
          <p:nvPr/>
        </p:nvCxnSpPr>
        <p:spPr>
          <a:xfrm>
            <a:off x="5572440" y="3723840"/>
            <a:ext cx="360" cy="413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57" name="Rounded Rectangle 38"/>
          <p:cNvSpPr/>
          <p:nvPr/>
        </p:nvSpPr>
        <p:spPr>
          <a:xfrm>
            <a:off x="9857880" y="601812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2"/>
          <p:cNvSpPr/>
          <p:nvPr/>
        </p:nvSpPr>
        <p:spPr>
          <a:xfrm>
            <a:off x="4674600" y="4180680"/>
            <a:ext cx="1799640" cy="359640"/>
          </a:xfrm>
          <a:prstGeom prst="rect">
            <a:avLst/>
          </a:prstGeom>
          <a:solidFill>
            <a:srgbClr val="FF0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CONDUCT OF VACUUMING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59" name="Straight Arrow Connector 47"/>
          <p:cNvCxnSpPr/>
          <p:nvPr/>
        </p:nvCxnSpPr>
        <p:spPr>
          <a:xfrm>
            <a:off x="6474600" y="4360320"/>
            <a:ext cx="6501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60" name="Diamond 48"/>
          <p:cNvSpPr/>
          <p:nvPr/>
        </p:nvSpPr>
        <p:spPr>
          <a:xfrm>
            <a:off x="4786560" y="4920480"/>
            <a:ext cx="1575360" cy="10382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UNIT VACUUMED?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arallelogram 49"/>
          <p:cNvSpPr/>
          <p:nvPr/>
        </p:nvSpPr>
        <p:spPr>
          <a:xfrm>
            <a:off x="7002360" y="52578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 LIGHT ALARM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2" name="Straight Arrow Connector 50"/>
          <p:cNvCxnSpPr/>
          <p:nvPr/>
        </p:nvCxnSpPr>
        <p:spPr>
          <a:xfrm>
            <a:off x="6352200" y="5437800"/>
            <a:ext cx="6501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63" name="Rectangle 51"/>
          <p:cNvSpPr/>
          <p:nvPr/>
        </p:nvSpPr>
        <p:spPr>
          <a:xfrm>
            <a:off x="6234840" y="523692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4" name="Straight Arrow Connector 52"/>
          <p:cNvCxnSpPr/>
          <p:nvPr/>
        </p:nvCxnSpPr>
        <p:spPr>
          <a:xfrm>
            <a:off x="5572440" y="5971680"/>
            <a:ext cx="360" cy="413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65" name="Rectangle 53"/>
          <p:cNvSpPr/>
          <p:nvPr/>
        </p:nvSpPr>
        <p:spPr>
          <a:xfrm>
            <a:off x="4674600" y="64285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YET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8"/>
          <p:cNvSpPr/>
          <p:nvPr/>
        </p:nvSpPr>
        <p:spPr>
          <a:xfrm>
            <a:off x="9137880" y="5209920"/>
            <a:ext cx="1799640" cy="443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FIRST INSPECTION (AIRTIGHT TEST)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7" name="Straight Arrow Connector 57"/>
          <p:cNvCxnSpPr>
            <a:stCxn id="166" idx="2"/>
            <a:endCxn id="157" idx="0"/>
          </p:cNvCxnSpPr>
          <p:nvPr/>
        </p:nvCxnSpPr>
        <p:spPr>
          <a:xfrm>
            <a:off x="10037880" y="5653800"/>
            <a:ext cx="360" cy="3646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68" name="Straight Arrow Connector 60"/>
          <p:cNvCxnSpPr>
            <a:stCxn id="161" idx="2"/>
            <a:endCxn id="166" idx="1"/>
          </p:cNvCxnSpPr>
          <p:nvPr/>
        </p:nvCxnSpPr>
        <p:spPr>
          <a:xfrm flipV="1">
            <a:off x="8757360" y="5432040"/>
            <a:ext cx="380880" cy="6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69" name="Diamond 16"/>
          <p:cNvSpPr/>
          <p:nvPr/>
        </p:nvSpPr>
        <p:spPr>
          <a:xfrm>
            <a:off x="5842080" y="1648080"/>
            <a:ext cx="1803600" cy="11887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EXPANSION VALVE FULLY OPENED?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0" name="Straight Arrow Connector 20"/>
          <p:cNvCxnSpPr>
            <a:stCxn id="153" idx="2"/>
            <a:endCxn id="169" idx="1"/>
          </p:cNvCxnSpPr>
          <p:nvPr/>
        </p:nvCxnSpPr>
        <p:spPr>
          <a:xfrm flipV="1">
            <a:off x="5321520" y="2242440"/>
            <a:ext cx="520920" cy="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71" name="Elbow Connector 37"/>
          <p:cNvCxnSpPr>
            <a:stCxn id="169" idx="0"/>
            <a:endCxn id="153" idx="0"/>
          </p:cNvCxnSpPr>
          <p:nvPr/>
        </p:nvCxnSpPr>
        <p:spPr>
          <a:xfrm rot="5400000">
            <a:off x="5375520" y="694440"/>
            <a:ext cx="415080" cy="2322360"/>
          </a:xfrm>
          <a:prstGeom prst="bentConnector3">
            <a:avLst>
              <a:gd name="adj1" fmla="val -55121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72" name="Straight Arrow Connector 28"/>
          <p:cNvCxnSpPr>
            <a:stCxn id="145" idx="2"/>
            <a:endCxn id="148" idx="0"/>
          </p:cNvCxnSpPr>
          <p:nvPr/>
        </p:nvCxnSpPr>
        <p:spPr>
          <a:xfrm flipH="1">
            <a:off x="2239560" y="1489320"/>
            <a:ext cx="2520" cy="2818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73" name="Parallelogram 31"/>
          <p:cNvSpPr/>
          <p:nvPr/>
        </p:nvSpPr>
        <p:spPr>
          <a:xfrm>
            <a:off x="1339920" y="306900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AIRTIGHT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4" name="Straight Arrow Connector 32"/>
          <p:cNvCxnSpPr>
            <a:stCxn id="148" idx="2"/>
            <a:endCxn id="173" idx="0"/>
          </p:cNvCxnSpPr>
          <p:nvPr/>
        </p:nvCxnSpPr>
        <p:spPr>
          <a:xfrm>
            <a:off x="2239560" y="2714400"/>
            <a:ext cx="720" cy="354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75" name="Diamond 35"/>
          <p:cNvSpPr/>
          <p:nvPr/>
        </p:nvSpPr>
        <p:spPr>
          <a:xfrm>
            <a:off x="1335960" y="3658680"/>
            <a:ext cx="1803600" cy="11887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THERE LEAKS? CLOGS?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6" name="Elbow Connector 37"/>
          <p:cNvCxnSpPr>
            <a:stCxn id="175" idx="1"/>
            <a:endCxn id="173" idx="5"/>
          </p:cNvCxnSpPr>
          <p:nvPr/>
        </p:nvCxnSpPr>
        <p:spPr>
          <a:xfrm flipH="1" rot="10800000">
            <a:off x="1335600" y="3248640"/>
            <a:ext cx="4320" cy="1004400"/>
          </a:xfrm>
          <a:prstGeom prst="bentConnector3">
            <a:avLst>
              <a:gd name="adj1" fmla="val -10645454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77" name="Straight Arrow Connector 55"/>
          <p:cNvCxnSpPr>
            <a:stCxn id="158" idx="2"/>
            <a:endCxn id="160" idx="0"/>
          </p:cNvCxnSpPr>
          <p:nvPr/>
        </p:nvCxnSpPr>
        <p:spPr>
          <a:xfrm flipH="1">
            <a:off x="5574240" y="4540320"/>
            <a:ext cx="720" cy="380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78" name="Elbow Connector 37"/>
          <p:cNvCxnSpPr>
            <a:stCxn id="169" idx="2"/>
            <a:endCxn id="146" idx="0"/>
          </p:cNvCxnSpPr>
          <p:nvPr/>
        </p:nvCxnSpPr>
        <p:spPr>
          <a:xfrm rot="5400000">
            <a:off x="5892120" y="2518920"/>
            <a:ext cx="534240" cy="1169640"/>
          </a:xfrm>
          <a:prstGeom prst="bentConnector3">
            <a:avLst>
              <a:gd name="adj1" fmla="val 23398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79" name="Rectangle 69"/>
          <p:cNvSpPr/>
          <p:nvPr/>
        </p:nvSpPr>
        <p:spPr>
          <a:xfrm>
            <a:off x="6677280" y="286884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70"/>
          <p:cNvSpPr/>
          <p:nvPr/>
        </p:nvSpPr>
        <p:spPr>
          <a:xfrm>
            <a:off x="6352560" y="12200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Elbow Connector 37"/>
          <p:cNvCxnSpPr>
            <a:stCxn id="175" idx="3"/>
            <a:endCxn id="146" idx="5"/>
          </p:cNvCxnSpPr>
          <p:nvPr/>
        </p:nvCxnSpPr>
        <p:spPr>
          <a:xfrm flipV="1">
            <a:off x="3139560" y="3550680"/>
            <a:ext cx="1602360" cy="702720"/>
          </a:xfrm>
          <a:prstGeom prst="bentConnector3">
            <a:avLst>
              <a:gd name="adj1" fmla="val 50022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82" name="Rectangle 77"/>
          <p:cNvSpPr/>
          <p:nvPr/>
        </p:nvSpPr>
        <p:spPr>
          <a:xfrm>
            <a:off x="915480" y="433080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ounded Rectangle 8"/>
          <p:cNvSpPr/>
          <p:nvPr/>
        </p:nvSpPr>
        <p:spPr>
          <a:xfrm>
            <a:off x="4822920" y="53352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9"/>
          <p:cNvSpPr/>
          <p:nvPr/>
        </p:nvSpPr>
        <p:spPr>
          <a:xfrm>
            <a:off x="4822920" y="10587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14"/>
          <p:cNvSpPr/>
          <p:nvPr/>
        </p:nvSpPr>
        <p:spPr>
          <a:xfrm>
            <a:off x="4822920" y="500904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arallelogram 15"/>
          <p:cNvSpPr/>
          <p:nvPr/>
        </p:nvSpPr>
        <p:spPr>
          <a:xfrm>
            <a:off x="4822920" y="20152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17"/>
          <p:cNvSpPr/>
          <p:nvPr/>
        </p:nvSpPr>
        <p:spPr>
          <a:xfrm>
            <a:off x="4165560" y="5335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Diamond 18"/>
          <p:cNvSpPr/>
          <p:nvPr/>
        </p:nvSpPr>
        <p:spPr>
          <a:xfrm>
            <a:off x="4822920" y="315216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GAS CHARGE FOR THE RUNNING MODEL?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19"/>
          <p:cNvSpPr/>
          <p:nvPr/>
        </p:nvSpPr>
        <p:spPr>
          <a:xfrm>
            <a:off x="4822920" y="2594160"/>
            <a:ext cx="1799640" cy="359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GAS CHARGING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arallelogram 20"/>
          <p:cNvSpPr/>
          <p:nvPr/>
        </p:nvSpPr>
        <p:spPr>
          <a:xfrm>
            <a:off x="4822920" y="444024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GAS CHARGE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1" name="Straight Arrow Connector 24"/>
          <p:cNvCxnSpPr>
            <a:stCxn id="183" idx="2"/>
          </p:cNvCxnSpPr>
          <p:nvPr/>
        </p:nvCxnSpPr>
        <p:spPr>
          <a:xfrm flipH="1">
            <a:off x="5722560" y="893160"/>
            <a:ext cx="720" cy="165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92" name="Straight Arrow Connector 25"/>
          <p:cNvCxnSpPr>
            <a:stCxn id="184" idx="2"/>
          </p:cNvCxnSpPr>
          <p:nvPr/>
        </p:nvCxnSpPr>
        <p:spPr>
          <a:xfrm flipH="1">
            <a:off x="5722560" y="1418400"/>
            <a:ext cx="720" cy="597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93" name="Straight Arrow Connector 26"/>
          <p:cNvCxnSpPr>
            <a:stCxn id="189" idx="2"/>
            <a:endCxn id="188" idx="0"/>
          </p:cNvCxnSpPr>
          <p:nvPr/>
        </p:nvCxnSpPr>
        <p:spPr>
          <a:xfrm>
            <a:off x="5722920" y="2953800"/>
            <a:ext cx="360" cy="198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94" name="Straight Arrow Connector 27"/>
          <p:cNvCxnSpPr>
            <a:stCxn id="188" idx="2"/>
            <a:endCxn id="190" idx="0"/>
          </p:cNvCxnSpPr>
          <p:nvPr/>
        </p:nvCxnSpPr>
        <p:spPr>
          <a:xfrm>
            <a:off x="5722920" y="423180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95" name="Straight Arrow Connector 28"/>
          <p:cNvCxnSpPr>
            <a:stCxn id="190" idx="4"/>
            <a:endCxn id="185" idx="0"/>
          </p:cNvCxnSpPr>
          <p:nvPr/>
        </p:nvCxnSpPr>
        <p:spPr>
          <a:xfrm>
            <a:off x="5722920" y="479988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96" name="Elbow Connector 37"/>
          <p:cNvCxnSpPr>
            <a:stCxn id="197" idx="2"/>
            <a:endCxn id="189" idx="3"/>
          </p:cNvCxnSpPr>
          <p:nvPr/>
        </p:nvCxnSpPr>
        <p:spPr>
          <a:xfrm flipH="1" flipV="1">
            <a:off x="6622560" y="2774160"/>
            <a:ext cx="2262960" cy="918360"/>
          </a:xfrm>
          <a:prstGeom prst="bentConnector3">
            <a:avLst>
              <a:gd name="adj1" fmla="val -10119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98" name="Rounded Rectangle 38"/>
          <p:cNvSpPr/>
          <p:nvPr/>
        </p:nvSpPr>
        <p:spPr>
          <a:xfrm>
            <a:off x="6892920" y="50090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9" name="Straight Arrow Connector 39"/>
          <p:cNvCxnSpPr>
            <a:stCxn id="187" idx="3"/>
            <a:endCxn id="183" idx="1"/>
          </p:cNvCxnSpPr>
          <p:nvPr/>
        </p:nvCxnSpPr>
        <p:spPr>
          <a:xfrm>
            <a:off x="4525200" y="71352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00" name="Straight Arrow Connector 40"/>
          <p:cNvCxnSpPr>
            <a:stCxn id="185" idx="3"/>
            <a:endCxn id="198" idx="1"/>
          </p:cNvCxnSpPr>
          <p:nvPr/>
        </p:nvCxnSpPr>
        <p:spPr>
          <a:xfrm>
            <a:off x="6622560" y="5189040"/>
            <a:ext cx="27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201" name="Rectangle 45"/>
          <p:cNvSpPr/>
          <p:nvPr/>
        </p:nvSpPr>
        <p:spPr>
          <a:xfrm>
            <a:off x="5362920" y="42512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46"/>
          <p:cNvSpPr/>
          <p:nvPr/>
        </p:nvSpPr>
        <p:spPr>
          <a:xfrm>
            <a:off x="6674040" y="34909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arallelogram 48"/>
          <p:cNvSpPr/>
          <p:nvPr/>
        </p:nvSpPr>
        <p:spPr>
          <a:xfrm>
            <a:off x="7085520" y="351216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3" name="Straight Arrow Connector 51"/>
          <p:cNvCxnSpPr>
            <a:stCxn id="188" idx="3"/>
            <a:endCxn id="197" idx="5"/>
          </p:cNvCxnSpPr>
          <p:nvPr/>
        </p:nvCxnSpPr>
        <p:spPr>
          <a:xfrm>
            <a:off x="6622560" y="3692160"/>
            <a:ext cx="4633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04" name="Straight Arrow Connector 30"/>
          <p:cNvCxnSpPr>
            <a:stCxn id="186" idx="4"/>
            <a:endCxn id="189" idx="0"/>
          </p:cNvCxnSpPr>
          <p:nvPr/>
        </p:nvCxnSpPr>
        <p:spPr>
          <a:xfrm>
            <a:off x="5722920" y="2374920"/>
            <a:ext cx="360" cy="219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ounded Rectangle 1"/>
          <p:cNvSpPr/>
          <p:nvPr/>
        </p:nvSpPr>
        <p:spPr>
          <a:xfrm>
            <a:off x="4835880" y="4032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5"/>
          <p:cNvSpPr/>
          <p:nvPr/>
        </p:nvSpPr>
        <p:spPr>
          <a:xfrm>
            <a:off x="4835880" y="646164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7"/>
          <p:cNvSpPr/>
          <p:nvPr/>
        </p:nvSpPr>
        <p:spPr>
          <a:xfrm>
            <a:off x="4195080" y="4176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Diamond 8"/>
          <p:cNvSpPr/>
          <p:nvPr/>
        </p:nvSpPr>
        <p:spPr>
          <a:xfrm>
            <a:off x="4849200" y="202932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AN INVERTER MODEL?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9"/>
          <p:cNvSpPr/>
          <p:nvPr/>
        </p:nvSpPr>
        <p:spPr>
          <a:xfrm>
            <a:off x="4849200" y="3580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BY1 SCANNING OF CONTROL BOARD COMPLETE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arallelogram 10"/>
          <p:cNvSpPr/>
          <p:nvPr/>
        </p:nvSpPr>
        <p:spPr>
          <a:xfrm>
            <a:off x="4835880" y="589284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CONTROL BOARD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1" name="Straight Arrow Connector 15"/>
          <p:cNvCxnSpPr>
            <a:stCxn id="210" idx="4"/>
            <a:endCxn id="206" idx="0"/>
          </p:cNvCxnSpPr>
          <p:nvPr/>
        </p:nvCxnSpPr>
        <p:spPr>
          <a:xfrm>
            <a:off x="5735880" y="625248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12" name="Straight Arrow Connector 19"/>
          <p:cNvCxnSpPr>
            <a:stCxn id="207" idx="3"/>
            <a:endCxn id="205" idx="1"/>
          </p:cNvCxnSpPr>
          <p:nvPr/>
        </p:nvCxnSpPr>
        <p:spPr>
          <a:xfrm flipV="1">
            <a:off x="4554720" y="220320"/>
            <a:ext cx="281520" cy="1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13" name="Straight Arrow Connector 20"/>
          <p:cNvCxnSpPr>
            <a:stCxn id="206" idx="3"/>
            <a:endCxn id="214" idx="1"/>
          </p:cNvCxnSpPr>
          <p:nvPr/>
        </p:nvCxnSpPr>
        <p:spPr>
          <a:xfrm>
            <a:off x="6635520" y="6641640"/>
            <a:ext cx="3376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215" name="Rectangle 21"/>
          <p:cNvSpPr/>
          <p:nvPr/>
        </p:nvSpPr>
        <p:spPr>
          <a:xfrm>
            <a:off x="6641640" y="26924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22"/>
          <p:cNvSpPr/>
          <p:nvPr/>
        </p:nvSpPr>
        <p:spPr>
          <a:xfrm>
            <a:off x="6652440" y="49582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arallelogram 23"/>
          <p:cNvSpPr/>
          <p:nvPr/>
        </p:nvSpPr>
        <p:spPr>
          <a:xfrm>
            <a:off x="9065160" y="354564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Diamond 29"/>
          <p:cNvSpPr/>
          <p:nvPr/>
        </p:nvSpPr>
        <p:spPr>
          <a:xfrm>
            <a:off x="4835880" y="460404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CONTROL BOARD COMPLETE?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31"/>
          <p:cNvSpPr/>
          <p:nvPr/>
        </p:nvSpPr>
        <p:spPr>
          <a:xfrm>
            <a:off x="7119360" y="23893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X 1 SCANNING OF OUTDOOR PCB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Diamond 32"/>
          <p:cNvSpPr/>
          <p:nvPr/>
        </p:nvSpPr>
        <p:spPr>
          <a:xfrm>
            <a:off x="7119360" y="318096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OUTDOOR PCB?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33"/>
          <p:cNvSpPr/>
          <p:nvPr/>
        </p:nvSpPr>
        <p:spPr>
          <a:xfrm>
            <a:off x="9065160" y="408564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OUTDOOR PCB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arallelogram 34"/>
          <p:cNvSpPr/>
          <p:nvPr/>
        </p:nvSpPr>
        <p:spPr>
          <a:xfrm>
            <a:off x="7085880" y="496404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35"/>
          <p:cNvSpPr/>
          <p:nvPr/>
        </p:nvSpPr>
        <p:spPr>
          <a:xfrm>
            <a:off x="7085880" y="56646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CONTROL BOARD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4" name="Straight Arrow Connector 45"/>
          <p:cNvCxnSpPr>
            <a:stCxn id="208" idx="2"/>
            <a:endCxn id="209" idx="0"/>
          </p:cNvCxnSpPr>
          <p:nvPr/>
        </p:nvCxnSpPr>
        <p:spPr>
          <a:xfrm>
            <a:off x="5749200" y="3108960"/>
            <a:ext cx="360" cy="471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25" name="Straight Arrow Connector 48"/>
          <p:cNvCxnSpPr>
            <a:stCxn id="209" idx="2"/>
            <a:endCxn id="218" idx="0"/>
          </p:cNvCxnSpPr>
          <p:nvPr/>
        </p:nvCxnSpPr>
        <p:spPr>
          <a:xfrm flipH="1">
            <a:off x="5735880" y="3939840"/>
            <a:ext cx="13680" cy="6645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26" name="Straight Arrow Connector 52"/>
          <p:cNvCxnSpPr>
            <a:stCxn id="218" idx="2"/>
            <a:endCxn id="210" idx="0"/>
          </p:cNvCxnSpPr>
          <p:nvPr/>
        </p:nvCxnSpPr>
        <p:spPr>
          <a:xfrm>
            <a:off x="5735880" y="568368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227" name="Parallelogram 55"/>
          <p:cNvSpPr/>
          <p:nvPr/>
        </p:nvSpPr>
        <p:spPr>
          <a:xfrm>
            <a:off x="7119360" y="43894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OUTDOOR PCB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8" name="Straight Arrow Connector 57"/>
          <p:cNvCxnSpPr>
            <a:stCxn id="218" idx="3"/>
            <a:endCxn id="222" idx="5"/>
          </p:cNvCxnSpPr>
          <p:nvPr/>
        </p:nvCxnSpPr>
        <p:spPr>
          <a:xfrm>
            <a:off x="6635520" y="5144040"/>
            <a:ext cx="45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29" name="Elbow Connector 61"/>
          <p:cNvCxnSpPr>
            <a:stCxn id="227" idx="5"/>
            <a:endCxn id="209" idx="3"/>
          </p:cNvCxnSpPr>
          <p:nvPr/>
        </p:nvCxnSpPr>
        <p:spPr>
          <a:xfrm rot="10800000">
            <a:off x="6648480" y="3760200"/>
            <a:ext cx="537840" cy="809640"/>
          </a:xfrm>
          <a:prstGeom prst="bentConnector3">
            <a:avLst>
              <a:gd name="adj1" fmla="val 49966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30" name="Straight Arrow Connector 65"/>
          <p:cNvCxnSpPr>
            <a:stCxn id="219" idx="2"/>
            <a:endCxn id="220" idx="0"/>
          </p:cNvCxnSpPr>
          <p:nvPr/>
        </p:nvCxnSpPr>
        <p:spPr>
          <a:xfrm>
            <a:off x="8019360" y="2748960"/>
            <a:ext cx="360" cy="432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31" name="Straight Arrow Connector 70"/>
          <p:cNvCxnSpPr>
            <a:stCxn id="220" idx="2"/>
            <a:endCxn id="227" idx="0"/>
          </p:cNvCxnSpPr>
          <p:nvPr/>
        </p:nvCxnSpPr>
        <p:spPr>
          <a:xfrm>
            <a:off x="8019360" y="4260600"/>
            <a:ext cx="360" cy="129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32" name="Straight Arrow Connector 78"/>
          <p:cNvCxnSpPr>
            <a:stCxn id="220" idx="3"/>
            <a:endCxn id="217" idx="5"/>
          </p:cNvCxnSpPr>
          <p:nvPr/>
        </p:nvCxnSpPr>
        <p:spPr>
          <a:xfrm>
            <a:off x="8919000" y="3720960"/>
            <a:ext cx="146520" cy="50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33" name="Straight Arrow Connector 83"/>
          <p:cNvCxnSpPr>
            <a:stCxn id="217" idx="4"/>
            <a:endCxn id="221" idx="0"/>
          </p:cNvCxnSpPr>
          <p:nvPr/>
        </p:nvCxnSpPr>
        <p:spPr>
          <a:xfrm>
            <a:off x="9965160" y="3905280"/>
            <a:ext cx="360" cy="18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34" name="Straight Arrow Connector 86"/>
          <p:cNvCxnSpPr>
            <a:stCxn id="222" idx="4"/>
            <a:endCxn id="223" idx="0"/>
          </p:cNvCxnSpPr>
          <p:nvPr/>
        </p:nvCxnSpPr>
        <p:spPr>
          <a:xfrm>
            <a:off x="7985880" y="5323680"/>
            <a:ext cx="360" cy="341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35" name="Straight Arrow Connector 90"/>
          <p:cNvCxnSpPr>
            <a:stCxn id="208" idx="3"/>
            <a:endCxn id="219" idx="1"/>
          </p:cNvCxnSpPr>
          <p:nvPr/>
        </p:nvCxnSpPr>
        <p:spPr>
          <a:xfrm>
            <a:off x="6648840" y="2569320"/>
            <a:ext cx="4708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236" name="Rectangle 93"/>
          <p:cNvSpPr/>
          <p:nvPr/>
        </p:nvSpPr>
        <p:spPr>
          <a:xfrm>
            <a:off x="5375880" y="56962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94"/>
          <p:cNvSpPr/>
          <p:nvPr/>
        </p:nvSpPr>
        <p:spPr>
          <a:xfrm>
            <a:off x="8812440" y="35341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95"/>
          <p:cNvSpPr/>
          <p:nvPr/>
        </p:nvSpPr>
        <p:spPr>
          <a:xfrm>
            <a:off x="7625880" y="42350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96"/>
          <p:cNvSpPr/>
          <p:nvPr/>
        </p:nvSpPr>
        <p:spPr>
          <a:xfrm>
            <a:off x="5375880" y="34088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97"/>
          <p:cNvSpPr/>
          <p:nvPr/>
        </p:nvSpPr>
        <p:spPr>
          <a:xfrm>
            <a:off x="6972840" y="646164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64"/>
          <p:cNvSpPr/>
          <p:nvPr/>
        </p:nvSpPr>
        <p:spPr>
          <a:xfrm>
            <a:off x="4835880" y="5335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arallelogram 66"/>
          <p:cNvSpPr/>
          <p:nvPr/>
        </p:nvSpPr>
        <p:spPr>
          <a:xfrm>
            <a:off x="4852440" y="113076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2" name="Straight Arrow Connector 67"/>
          <p:cNvCxnSpPr>
            <a:stCxn id="205" idx="2"/>
            <a:endCxn id="240" idx="0"/>
          </p:cNvCxnSpPr>
          <p:nvPr/>
        </p:nvCxnSpPr>
        <p:spPr>
          <a:xfrm>
            <a:off x="5735880" y="399960"/>
            <a:ext cx="360" cy="133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43" name="Straight Arrow Connector 68"/>
          <p:cNvCxnSpPr>
            <a:stCxn id="240" idx="2"/>
          </p:cNvCxnSpPr>
          <p:nvPr/>
        </p:nvCxnSpPr>
        <p:spPr>
          <a:xfrm flipH="1">
            <a:off x="5735520" y="893160"/>
            <a:ext cx="720" cy="223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44" name="Elbow Connector 84"/>
          <p:cNvCxnSpPr>
            <a:stCxn id="241" idx="4"/>
            <a:endCxn id="208" idx="1"/>
          </p:cNvCxnSpPr>
          <p:nvPr/>
        </p:nvCxnSpPr>
        <p:spPr>
          <a:xfrm rot="5400000">
            <a:off x="4761000" y="1578240"/>
            <a:ext cx="1079280" cy="903600"/>
          </a:xfrm>
          <a:prstGeom prst="bentConnector4">
            <a:avLst>
              <a:gd name="adj1" fmla="val 24991"/>
              <a:gd name="adj2" fmla="val 125308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245" name="Rounded Rectangle 7"/>
          <p:cNvSpPr/>
          <p:nvPr/>
        </p:nvSpPr>
        <p:spPr>
          <a:xfrm>
            <a:off x="3409200" y="358884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6" name="Straight Arrow Connector 3"/>
          <p:cNvCxnSpPr>
            <a:stCxn id="245" idx="3"/>
            <a:endCxn id="209" idx="1"/>
          </p:cNvCxnSpPr>
          <p:nvPr/>
        </p:nvCxnSpPr>
        <p:spPr>
          <a:xfrm flipV="1">
            <a:off x="3768840" y="3760200"/>
            <a:ext cx="1080720" cy="9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47" name="Elbow Connector 84"/>
          <p:cNvCxnSpPr>
            <a:stCxn id="221" idx="2"/>
            <a:endCxn id="219" idx="3"/>
          </p:cNvCxnSpPr>
          <p:nvPr/>
        </p:nvCxnSpPr>
        <p:spPr>
          <a:xfrm flipV="1" rot="16200000">
            <a:off x="8504280" y="2984040"/>
            <a:ext cx="1876320" cy="1046520"/>
          </a:xfrm>
          <a:prstGeom prst="bentConnector4">
            <a:avLst>
              <a:gd name="adj1" fmla="val -12204"/>
              <a:gd name="adj2" fmla="val -95182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ounded Rectangle 1"/>
          <p:cNvSpPr/>
          <p:nvPr/>
        </p:nvSpPr>
        <p:spPr>
          <a:xfrm>
            <a:off x="4640400" y="12816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2"/>
          <p:cNvSpPr/>
          <p:nvPr/>
        </p:nvSpPr>
        <p:spPr>
          <a:xfrm>
            <a:off x="4640400" y="6807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ounded Rectangle 5"/>
          <p:cNvSpPr/>
          <p:nvPr/>
        </p:nvSpPr>
        <p:spPr>
          <a:xfrm>
            <a:off x="4640400" y="625104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arallelogram 6"/>
          <p:cNvSpPr/>
          <p:nvPr/>
        </p:nvSpPr>
        <p:spPr>
          <a:xfrm>
            <a:off x="4640400" y="126756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AND ITS SAFETY PARTS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9"/>
          <p:cNvSpPr/>
          <p:nvPr/>
        </p:nvSpPr>
        <p:spPr>
          <a:xfrm>
            <a:off x="4640400" y="1846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SAFETY PARTS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arallelogram 10"/>
          <p:cNvSpPr/>
          <p:nvPr/>
        </p:nvSpPr>
        <p:spPr>
          <a:xfrm>
            <a:off x="4640400" y="369972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SAFETY PARTS CHECKED/RECORDED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4" name="Straight Arrow Connector 11"/>
          <p:cNvCxnSpPr>
            <a:stCxn id="248" idx="2"/>
            <a:endCxn id="249" idx="0"/>
          </p:cNvCxnSpPr>
          <p:nvPr/>
        </p:nvCxnSpPr>
        <p:spPr>
          <a:xfrm>
            <a:off x="5540400" y="487800"/>
            <a:ext cx="360" cy="193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55" name="Straight Arrow Connector 12"/>
          <p:cNvCxnSpPr>
            <a:stCxn id="249" idx="2"/>
            <a:endCxn id="251" idx="0"/>
          </p:cNvCxnSpPr>
          <p:nvPr/>
        </p:nvCxnSpPr>
        <p:spPr>
          <a:xfrm>
            <a:off x="5540400" y="1040400"/>
            <a:ext cx="360" cy="227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56" name="Straight Arrow Connector 13"/>
          <p:cNvCxnSpPr>
            <a:stCxn id="251" idx="4"/>
            <a:endCxn id="252" idx="0"/>
          </p:cNvCxnSpPr>
          <p:nvPr/>
        </p:nvCxnSpPr>
        <p:spPr>
          <a:xfrm>
            <a:off x="5540400" y="1627200"/>
            <a:ext cx="360" cy="219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57" name="Straight Arrow Connector 17"/>
          <p:cNvCxnSpPr>
            <a:stCxn id="250" idx="3"/>
            <a:endCxn id="258" idx="1"/>
          </p:cNvCxnSpPr>
          <p:nvPr/>
        </p:nvCxnSpPr>
        <p:spPr>
          <a:xfrm>
            <a:off x="6440040" y="6431040"/>
            <a:ext cx="35460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259" name="Rectangle 19"/>
          <p:cNvSpPr/>
          <p:nvPr/>
        </p:nvSpPr>
        <p:spPr>
          <a:xfrm>
            <a:off x="6456960" y="27651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Diamond 21"/>
          <p:cNvSpPr/>
          <p:nvPr/>
        </p:nvSpPr>
        <p:spPr>
          <a:xfrm>
            <a:off x="4640400" y="241092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SAFETY PART(s) FOR THE RUNNING MODEL?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arallelogram 25"/>
          <p:cNvSpPr/>
          <p:nvPr/>
        </p:nvSpPr>
        <p:spPr>
          <a:xfrm>
            <a:off x="6890400" y="277092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26"/>
          <p:cNvSpPr/>
          <p:nvPr/>
        </p:nvSpPr>
        <p:spPr>
          <a:xfrm>
            <a:off x="6890400" y="34714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SAFETY PART(s)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3" name="Straight Arrow Connector 29"/>
          <p:cNvCxnSpPr>
            <a:stCxn id="252" idx="2"/>
            <a:endCxn id="260" idx="0"/>
          </p:cNvCxnSpPr>
          <p:nvPr/>
        </p:nvCxnSpPr>
        <p:spPr>
          <a:xfrm>
            <a:off x="5540400" y="2205720"/>
            <a:ext cx="360" cy="2055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64" name="Straight Arrow Connector 30"/>
          <p:cNvCxnSpPr>
            <a:stCxn id="260" idx="2"/>
            <a:endCxn id="253" idx="0"/>
          </p:cNvCxnSpPr>
          <p:nvPr/>
        </p:nvCxnSpPr>
        <p:spPr>
          <a:xfrm>
            <a:off x="5540400" y="349056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65" name="Straight Arrow Connector 32"/>
          <p:cNvCxnSpPr>
            <a:stCxn id="260" idx="3"/>
            <a:endCxn id="261" idx="5"/>
          </p:cNvCxnSpPr>
          <p:nvPr/>
        </p:nvCxnSpPr>
        <p:spPr>
          <a:xfrm>
            <a:off x="6440040" y="2950920"/>
            <a:ext cx="45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66" name="Straight Arrow Connector 38"/>
          <p:cNvCxnSpPr>
            <a:stCxn id="261" idx="4"/>
            <a:endCxn id="262" idx="0"/>
          </p:cNvCxnSpPr>
          <p:nvPr/>
        </p:nvCxnSpPr>
        <p:spPr>
          <a:xfrm>
            <a:off x="7790400" y="3130560"/>
            <a:ext cx="360" cy="341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267" name="Rectangle 40"/>
          <p:cNvSpPr/>
          <p:nvPr/>
        </p:nvSpPr>
        <p:spPr>
          <a:xfrm>
            <a:off x="5180400" y="35031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ounded Rectangle 53"/>
          <p:cNvSpPr/>
          <p:nvPr/>
        </p:nvSpPr>
        <p:spPr>
          <a:xfrm>
            <a:off x="6794280" y="625104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tangle 57"/>
          <p:cNvSpPr/>
          <p:nvPr/>
        </p:nvSpPr>
        <p:spPr>
          <a:xfrm>
            <a:off x="4640400" y="42426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ASSEMBLY OF CONTROL BOARD COMPLETE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ectangle 61"/>
          <p:cNvSpPr/>
          <p:nvPr/>
        </p:nvSpPr>
        <p:spPr>
          <a:xfrm>
            <a:off x="4640400" y="48142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CONTROL BOARD COMPLETE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arallelogram 64"/>
          <p:cNvSpPr/>
          <p:nvPr/>
        </p:nvSpPr>
        <p:spPr>
          <a:xfrm>
            <a:off x="4640400" y="5479920"/>
            <a:ext cx="1799640" cy="53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COUNT ON HOW MANY CONTROL BOARD COMPLETE WAS ASSEMBLED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1" name="Straight Arrow Connector 67"/>
          <p:cNvCxnSpPr>
            <a:stCxn id="253" idx="4"/>
            <a:endCxn id="268" idx="0"/>
          </p:cNvCxnSpPr>
          <p:nvPr/>
        </p:nvCxnSpPr>
        <p:spPr>
          <a:xfrm>
            <a:off x="5540400" y="4059360"/>
            <a:ext cx="360" cy="183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72" name="Straight Arrow Connector 70"/>
          <p:cNvCxnSpPr>
            <a:stCxn id="268" idx="2"/>
            <a:endCxn id="269" idx="0"/>
          </p:cNvCxnSpPr>
          <p:nvPr/>
        </p:nvCxnSpPr>
        <p:spPr>
          <a:xfrm>
            <a:off x="5540400" y="4602240"/>
            <a:ext cx="360" cy="2124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73" name="Straight Arrow Connector 75"/>
          <p:cNvCxnSpPr>
            <a:stCxn id="269" idx="2"/>
            <a:endCxn id="270" idx="0"/>
          </p:cNvCxnSpPr>
          <p:nvPr/>
        </p:nvCxnSpPr>
        <p:spPr>
          <a:xfrm>
            <a:off x="5540400" y="5173920"/>
            <a:ext cx="360" cy="306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74" name="Straight Arrow Connector 78"/>
          <p:cNvCxnSpPr>
            <a:stCxn id="270" idx="4"/>
            <a:endCxn id="250" idx="0"/>
          </p:cNvCxnSpPr>
          <p:nvPr/>
        </p:nvCxnSpPr>
        <p:spPr>
          <a:xfrm>
            <a:off x="5540400" y="6019560"/>
            <a:ext cx="360" cy="2318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275" name="Rounded Rectangle 97"/>
          <p:cNvSpPr/>
          <p:nvPr/>
        </p:nvSpPr>
        <p:spPr>
          <a:xfrm>
            <a:off x="3962880" y="12816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6" name="Straight Arrow Connector 71"/>
          <p:cNvCxnSpPr>
            <a:stCxn id="275" idx="3"/>
            <a:endCxn id="248" idx="1"/>
          </p:cNvCxnSpPr>
          <p:nvPr/>
        </p:nvCxnSpPr>
        <p:spPr>
          <a:xfrm>
            <a:off x="4322520" y="308160"/>
            <a:ext cx="31824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77" name="Elbow Connector 84"/>
          <p:cNvCxnSpPr>
            <a:stCxn id="262" idx="2"/>
            <a:endCxn id="252" idx="3"/>
          </p:cNvCxnSpPr>
          <p:nvPr/>
        </p:nvCxnSpPr>
        <p:spPr>
          <a:xfrm flipV="1" rot="16200000">
            <a:off x="6212520" y="2253240"/>
            <a:ext cx="1805400" cy="1350720"/>
          </a:xfrm>
          <a:prstGeom prst="bentConnector4">
            <a:avLst>
              <a:gd name="adj1" fmla="val -12684"/>
              <a:gd name="adj2" fmla="val -119834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278" name="TextBox 4"/>
          <p:cNvSpPr/>
          <p:nvPr/>
        </p:nvSpPr>
        <p:spPr>
          <a:xfrm>
            <a:off x="9225360" y="5479920"/>
            <a:ext cx="27543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CHECKING OF PROGRAM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ounded Rectangle 8"/>
          <p:cNvSpPr/>
          <p:nvPr/>
        </p:nvSpPr>
        <p:spPr>
          <a:xfrm>
            <a:off x="4708440" y="552600"/>
            <a:ext cx="2009880" cy="401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INSPECTION 2 (WIRING AND CONSTRUCTION)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9"/>
          <p:cNvSpPr/>
          <p:nvPr/>
        </p:nvSpPr>
        <p:spPr>
          <a:xfrm>
            <a:off x="4813200" y="1159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14"/>
          <p:cNvSpPr/>
          <p:nvPr/>
        </p:nvSpPr>
        <p:spPr>
          <a:xfrm>
            <a:off x="4813200" y="53982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arallelogram 15"/>
          <p:cNvSpPr/>
          <p:nvPr/>
        </p:nvSpPr>
        <p:spPr>
          <a:xfrm>
            <a:off x="4813200" y="211572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ounded Rectangle 17"/>
          <p:cNvSpPr/>
          <p:nvPr/>
        </p:nvSpPr>
        <p:spPr>
          <a:xfrm>
            <a:off x="4168440" y="5738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Diamond 18"/>
          <p:cNvSpPr/>
          <p:nvPr/>
        </p:nvSpPr>
        <p:spPr>
          <a:xfrm>
            <a:off x="4813200" y="325260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UNIT HAVE THE CORRECT SEQUENCE OF WIRINGS?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19"/>
          <p:cNvSpPr/>
          <p:nvPr/>
        </p:nvSpPr>
        <p:spPr>
          <a:xfrm>
            <a:off x="4813200" y="26946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OF WIRING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arallelogram 20"/>
          <p:cNvSpPr/>
          <p:nvPr/>
        </p:nvSpPr>
        <p:spPr>
          <a:xfrm>
            <a:off x="4813200" y="45406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AND RECORD: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7" name="Straight Arrow Connector 24"/>
          <p:cNvCxnSpPr>
            <a:stCxn id="279" idx="2"/>
            <a:endCxn id="280" idx="0"/>
          </p:cNvCxnSpPr>
          <p:nvPr/>
        </p:nvCxnSpPr>
        <p:spPr>
          <a:xfrm flipH="1">
            <a:off x="5713200" y="954360"/>
            <a:ext cx="720" cy="205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88" name="Straight Arrow Connector 25"/>
          <p:cNvCxnSpPr>
            <a:stCxn id="280" idx="2"/>
          </p:cNvCxnSpPr>
          <p:nvPr/>
        </p:nvCxnSpPr>
        <p:spPr>
          <a:xfrm>
            <a:off x="5713200" y="1518840"/>
            <a:ext cx="360" cy="597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89" name="Straight Arrow Connector 26"/>
          <p:cNvCxnSpPr>
            <a:stCxn id="285" idx="2"/>
            <a:endCxn id="284" idx="0"/>
          </p:cNvCxnSpPr>
          <p:nvPr/>
        </p:nvCxnSpPr>
        <p:spPr>
          <a:xfrm>
            <a:off x="5713200" y="3054240"/>
            <a:ext cx="360" cy="198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90" name="Straight Arrow Connector 27"/>
          <p:cNvCxnSpPr>
            <a:stCxn id="284" idx="2"/>
            <a:endCxn id="286" idx="0"/>
          </p:cNvCxnSpPr>
          <p:nvPr/>
        </p:nvCxnSpPr>
        <p:spPr>
          <a:xfrm>
            <a:off x="5713200" y="433224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91" name="Elbow Connector 37"/>
          <p:cNvCxnSpPr>
            <a:endCxn id="285" idx="3"/>
          </p:cNvCxnSpPr>
          <p:nvPr/>
        </p:nvCxnSpPr>
        <p:spPr>
          <a:xfrm flipH="1" flipV="1">
            <a:off x="6612840" y="2874600"/>
            <a:ext cx="2263320" cy="918360"/>
          </a:xfrm>
          <a:prstGeom prst="bentConnector3">
            <a:avLst>
              <a:gd name="adj1" fmla="val -10101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292" name="Rounded Rectangle 38"/>
          <p:cNvSpPr/>
          <p:nvPr/>
        </p:nvSpPr>
        <p:spPr>
          <a:xfrm>
            <a:off x="6883200" y="539820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93" name="Straight Arrow Connector 39"/>
          <p:cNvCxnSpPr>
            <a:stCxn id="283" idx="3"/>
            <a:endCxn id="279" idx="1"/>
          </p:cNvCxnSpPr>
          <p:nvPr/>
        </p:nvCxnSpPr>
        <p:spPr>
          <a:xfrm flipV="1">
            <a:off x="4528080" y="753480"/>
            <a:ext cx="180720" cy="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94" name="Straight Arrow Connector 40"/>
          <p:cNvCxnSpPr>
            <a:stCxn id="281" idx="3"/>
            <a:endCxn id="292" idx="1"/>
          </p:cNvCxnSpPr>
          <p:nvPr/>
        </p:nvCxnSpPr>
        <p:spPr>
          <a:xfrm>
            <a:off x="6612840" y="5578200"/>
            <a:ext cx="27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295" name="Rectangle 45"/>
          <p:cNvSpPr/>
          <p:nvPr/>
        </p:nvSpPr>
        <p:spPr>
          <a:xfrm>
            <a:off x="5353200" y="43516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ectangle 46"/>
          <p:cNvSpPr/>
          <p:nvPr/>
        </p:nvSpPr>
        <p:spPr>
          <a:xfrm>
            <a:off x="6664680" y="35913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arallelogram 48"/>
          <p:cNvSpPr/>
          <p:nvPr/>
        </p:nvSpPr>
        <p:spPr>
          <a:xfrm>
            <a:off x="7075800" y="36126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8" name="Straight Arrow Connector 51"/>
          <p:cNvCxnSpPr>
            <a:stCxn id="284" idx="3"/>
          </p:cNvCxnSpPr>
          <p:nvPr/>
        </p:nvCxnSpPr>
        <p:spPr>
          <a:xfrm>
            <a:off x="6612840" y="3792600"/>
            <a:ext cx="4633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299" name="Straight Arrow Connector 30"/>
          <p:cNvCxnSpPr>
            <a:stCxn id="282" idx="4"/>
            <a:endCxn id="285" idx="0"/>
          </p:cNvCxnSpPr>
          <p:nvPr/>
        </p:nvCxnSpPr>
        <p:spPr>
          <a:xfrm>
            <a:off x="5713200" y="2475360"/>
            <a:ext cx="360" cy="219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300" name="Rectangle 1"/>
          <p:cNvSpPr/>
          <p:nvPr/>
        </p:nvSpPr>
        <p:spPr>
          <a:xfrm>
            <a:off x="7075800" y="26838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REWORK WIRING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1" name="Straight Arrow Connector 43"/>
          <p:cNvCxnSpPr>
            <a:endCxn id="281" idx="0"/>
          </p:cNvCxnSpPr>
          <p:nvPr/>
        </p:nvCxnSpPr>
        <p:spPr>
          <a:xfrm>
            <a:off x="5713200" y="4872600"/>
            <a:ext cx="360" cy="525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ounded Rectangle 8"/>
          <p:cNvSpPr/>
          <p:nvPr/>
        </p:nvSpPr>
        <p:spPr>
          <a:xfrm>
            <a:off x="2415600" y="318600"/>
            <a:ext cx="1799640" cy="359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INSPECTION 3 (RUNNING INSPECTION)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9"/>
          <p:cNvSpPr/>
          <p:nvPr/>
        </p:nvSpPr>
        <p:spPr>
          <a:xfrm>
            <a:off x="2415600" y="844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ounded Rectangle 14"/>
          <p:cNvSpPr/>
          <p:nvPr/>
        </p:nvSpPr>
        <p:spPr>
          <a:xfrm>
            <a:off x="7466760" y="630252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INSPECTION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arallelogram 15"/>
          <p:cNvSpPr/>
          <p:nvPr/>
        </p:nvSpPr>
        <p:spPr>
          <a:xfrm>
            <a:off x="2415600" y="1496520"/>
            <a:ext cx="1799640" cy="3452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ounded Rectangle 17"/>
          <p:cNvSpPr/>
          <p:nvPr/>
        </p:nvSpPr>
        <p:spPr>
          <a:xfrm>
            <a:off x="1758240" y="31860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Diamond 18"/>
          <p:cNvSpPr/>
          <p:nvPr/>
        </p:nvSpPr>
        <p:spPr>
          <a:xfrm>
            <a:off x="6851520" y="678600"/>
            <a:ext cx="3029400" cy="1817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UNIT NOT NOISY (COMPRESSOR, AND FAN MOTOR)? IS THE AIRSWING FUNCTIONING? ARE THE EVAPORATOR AND CONDENSER TUBES COLD OR HOT? DOES THE UNIT HAVE THE RIGHT PROGRAM?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19"/>
          <p:cNvSpPr/>
          <p:nvPr/>
        </p:nvSpPr>
        <p:spPr>
          <a:xfrm>
            <a:off x="2415600" y="2029320"/>
            <a:ext cx="1799640" cy="359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LEAK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9" name="Straight Arrow Connector 24"/>
          <p:cNvCxnSpPr>
            <a:stCxn id="302" idx="2"/>
          </p:cNvCxnSpPr>
          <p:nvPr/>
        </p:nvCxnSpPr>
        <p:spPr>
          <a:xfrm>
            <a:off x="3315600" y="678240"/>
            <a:ext cx="360" cy="166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10" name="Straight Arrow Connector 25"/>
          <p:cNvCxnSpPr>
            <a:stCxn id="303" idx="2"/>
            <a:endCxn id="305" idx="0"/>
          </p:cNvCxnSpPr>
          <p:nvPr/>
        </p:nvCxnSpPr>
        <p:spPr>
          <a:xfrm>
            <a:off x="3315600" y="1203840"/>
            <a:ext cx="360" cy="2930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311" name="Rounded Rectangle 38"/>
          <p:cNvSpPr/>
          <p:nvPr/>
        </p:nvSpPr>
        <p:spPr>
          <a:xfrm>
            <a:off x="10483920" y="516528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12" name="Straight Arrow Connector 39"/>
          <p:cNvCxnSpPr>
            <a:stCxn id="306" idx="3"/>
            <a:endCxn id="302" idx="1"/>
          </p:cNvCxnSpPr>
          <p:nvPr/>
        </p:nvCxnSpPr>
        <p:spPr>
          <a:xfrm>
            <a:off x="2117880" y="49860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13" name="Straight Arrow Connector 30"/>
          <p:cNvCxnSpPr>
            <a:stCxn id="305" idx="4"/>
            <a:endCxn id="308" idx="0"/>
          </p:cNvCxnSpPr>
          <p:nvPr/>
        </p:nvCxnSpPr>
        <p:spPr>
          <a:xfrm>
            <a:off x="3315600" y="1841760"/>
            <a:ext cx="360" cy="187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314" name="Parallelogram 1"/>
          <p:cNvSpPr/>
          <p:nvPr/>
        </p:nvSpPr>
        <p:spPr>
          <a:xfrm>
            <a:off x="2415600" y="25020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 LEAK TEST RESULT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arallelogram 33"/>
          <p:cNvSpPr/>
          <p:nvPr/>
        </p:nvSpPr>
        <p:spPr>
          <a:xfrm>
            <a:off x="7466760" y="549216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 VALUES AND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6" name="Straight Arrow Connector 43"/>
          <p:cNvCxnSpPr>
            <a:stCxn id="315" idx="4"/>
            <a:endCxn id="304" idx="0"/>
          </p:cNvCxnSpPr>
          <p:nvPr/>
        </p:nvCxnSpPr>
        <p:spPr>
          <a:xfrm>
            <a:off x="8366760" y="5851800"/>
            <a:ext cx="360" cy="4510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317" name="Rectangle 32"/>
          <p:cNvSpPr/>
          <p:nvPr/>
        </p:nvSpPr>
        <p:spPr>
          <a:xfrm>
            <a:off x="2415600" y="3105720"/>
            <a:ext cx="1799640" cy="359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PUNCTURE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Diamond 35"/>
          <p:cNvSpPr/>
          <p:nvPr/>
        </p:nvSpPr>
        <p:spPr>
          <a:xfrm>
            <a:off x="1871640" y="4227480"/>
            <a:ext cx="2839680" cy="15811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UNIT PASSED BOTH LEAK TEST AND PUNCTURE TEST? IS THERE TOUCHING MATERIALS? MISALIGNED TUBES? LACKING PARTS?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ectangle 36"/>
          <p:cNvSpPr/>
          <p:nvPr/>
        </p:nvSpPr>
        <p:spPr>
          <a:xfrm>
            <a:off x="2415600" y="36457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CONSTRUCTION INSPECTION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arallelogram 47"/>
          <p:cNvSpPr/>
          <p:nvPr/>
        </p:nvSpPr>
        <p:spPr>
          <a:xfrm>
            <a:off x="4830480" y="484452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50"/>
          <p:cNvSpPr/>
          <p:nvPr/>
        </p:nvSpPr>
        <p:spPr>
          <a:xfrm>
            <a:off x="2391840" y="6031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RUNNING INSPECTION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 55"/>
          <p:cNvSpPr/>
          <p:nvPr/>
        </p:nvSpPr>
        <p:spPr>
          <a:xfrm>
            <a:off x="7466760" y="2727720"/>
            <a:ext cx="1799640" cy="359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CHARACTERISTIC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Diamond 57"/>
          <p:cNvSpPr/>
          <p:nvPr/>
        </p:nvSpPr>
        <p:spPr>
          <a:xfrm>
            <a:off x="7267680" y="3969000"/>
            <a:ext cx="2197440" cy="13183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 VALUES WITHIN THE RANGE?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arallelogram 58"/>
          <p:cNvSpPr/>
          <p:nvPr/>
        </p:nvSpPr>
        <p:spPr>
          <a:xfrm>
            <a:off x="7466760" y="334152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 CHARAC TEST VALUES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arallelogram 59"/>
          <p:cNvSpPr/>
          <p:nvPr/>
        </p:nvSpPr>
        <p:spPr>
          <a:xfrm>
            <a:off x="9813600" y="444528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Rounded Rectangle 17"/>
          <p:cNvSpPr/>
          <p:nvPr/>
        </p:nvSpPr>
        <p:spPr>
          <a:xfrm>
            <a:off x="9521640" y="62996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7" name="Straight Arrow Connector 2"/>
          <p:cNvCxnSpPr>
            <a:endCxn id="314" idx="0"/>
          </p:cNvCxnSpPr>
          <p:nvPr/>
        </p:nvCxnSpPr>
        <p:spPr>
          <a:xfrm>
            <a:off x="3315600" y="2340720"/>
            <a:ext cx="360" cy="1616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28" name="Straight Arrow Connector 4"/>
          <p:cNvCxnSpPr>
            <a:endCxn id="317" idx="0"/>
          </p:cNvCxnSpPr>
          <p:nvPr/>
        </p:nvCxnSpPr>
        <p:spPr>
          <a:xfrm>
            <a:off x="3315600" y="2850120"/>
            <a:ext cx="360" cy="255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29" name="Straight Arrow Connector 6"/>
          <p:cNvCxnSpPr>
            <a:endCxn id="319" idx="0"/>
          </p:cNvCxnSpPr>
          <p:nvPr/>
        </p:nvCxnSpPr>
        <p:spPr>
          <a:xfrm>
            <a:off x="3315600" y="3465720"/>
            <a:ext cx="360" cy="180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30" name="Straight Arrow Connector 10"/>
          <p:cNvCxnSpPr/>
          <p:nvPr/>
        </p:nvCxnSpPr>
        <p:spPr>
          <a:xfrm>
            <a:off x="3315600" y="4005360"/>
            <a:ext cx="360" cy="2224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31" name="Straight Arrow Connector 11"/>
          <p:cNvCxnSpPr>
            <a:stCxn id="318" idx="2"/>
            <a:endCxn id="321" idx="0"/>
          </p:cNvCxnSpPr>
          <p:nvPr/>
        </p:nvCxnSpPr>
        <p:spPr>
          <a:xfrm>
            <a:off x="3291480" y="5808600"/>
            <a:ext cx="720" cy="2228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32" name="Straight Arrow Connector 20"/>
          <p:cNvCxnSpPr>
            <a:stCxn id="318" idx="3"/>
            <a:endCxn id="320" idx="5"/>
          </p:cNvCxnSpPr>
          <p:nvPr/>
        </p:nvCxnSpPr>
        <p:spPr>
          <a:xfrm>
            <a:off x="4711320" y="5018040"/>
            <a:ext cx="164520" cy="68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33" name="Straight Arrow Connector 26"/>
          <p:cNvCxnSpPr>
            <a:stCxn id="325" idx="3"/>
            <a:endCxn id="311" idx="0"/>
          </p:cNvCxnSpPr>
          <p:nvPr/>
        </p:nvCxnSpPr>
        <p:spPr>
          <a:xfrm flipH="1">
            <a:off x="10663920" y="4804920"/>
            <a:ext cx="5040" cy="36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34" name="Elbow Connector 37"/>
          <p:cNvCxnSpPr>
            <a:stCxn id="321" idx="3"/>
            <a:endCxn id="307" idx="0"/>
          </p:cNvCxnSpPr>
          <p:nvPr/>
        </p:nvCxnSpPr>
        <p:spPr>
          <a:xfrm flipV="1">
            <a:off x="4191480" y="678600"/>
            <a:ext cx="4175280" cy="5532840"/>
          </a:xfrm>
          <a:prstGeom prst="bentConnector4">
            <a:avLst>
              <a:gd name="adj1" fmla="val 61308"/>
              <a:gd name="adj2" fmla="val 104125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335" name="Parallelogram 45"/>
          <p:cNvSpPr/>
          <p:nvPr/>
        </p:nvSpPr>
        <p:spPr>
          <a:xfrm>
            <a:off x="10199880" y="14076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6" name="Straight Arrow Connector 51"/>
          <p:cNvCxnSpPr>
            <a:stCxn id="307" idx="2"/>
            <a:endCxn id="322" idx="0"/>
          </p:cNvCxnSpPr>
          <p:nvPr/>
        </p:nvCxnSpPr>
        <p:spPr>
          <a:xfrm>
            <a:off x="8366400" y="2496240"/>
            <a:ext cx="720" cy="2318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37" name="Straight Arrow Connector 56"/>
          <p:cNvCxnSpPr>
            <a:stCxn id="322" idx="2"/>
            <a:endCxn id="324" idx="0"/>
          </p:cNvCxnSpPr>
          <p:nvPr/>
        </p:nvCxnSpPr>
        <p:spPr>
          <a:xfrm>
            <a:off x="8366760" y="3087360"/>
            <a:ext cx="360" cy="254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38" name="Straight Arrow Connector 64"/>
          <p:cNvCxnSpPr>
            <a:stCxn id="324" idx="4"/>
            <a:endCxn id="323" idx="0"/>
          </p:cNvCxnSpPr>
          <p:nvPr/>
        </p:nvCxnSpPr>
        <p:spPr>
          <a:xfrm flipH="1">
            <a:off x="8366400" y="3701160"/>
            <a:ext cx="720" cy="268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39" name="Straight Arrow Connector 69"/>
          <p:cNvCxnSpPr>
            <a:stCxn id="323" idx="2"/>
            <a:endCxn id="315" idx="0"/>
          </p:cNvCxnSpPr>
          <p:nvPr/>
        </p:nvCxnSpPr>
        <p:spPr>
          <a:xfrm>
            <a:off x="8366400" y="5287320"/>
            <a:ext cx="720" cy="205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40" name="Straight Arrow Connector 82"/>
          <p:cNvCxnSpPr>
            <a:stCxn id="307" idx="3"/>
            <a:endCxn id="335" idx="5"/>
          </p:cNvCxnSpPr>
          <p:nvPr/>
        </p:nvCxnSpPr>
        <p:spPr>
          <a:xfrm>
            <a:off x="9880920" y="1587600"/>
            <a:ext cx="3643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41" name="Straight Arrow Connector 88"/>
          <p:cNvCxnSpPr>
            <a:stCxn id="323" idx="3"/>
            <a:endCxn id="325" idx="5"/>
          </p:cNvCxnSpPr>
          <p:nvPr/>
        </p:nvCxnSpPr>
        <p:spPr>
          <a:xfrm flipV="1">
            <a:off x="9465120" y="4625280"/>
            <a:ext cx="393840" cy="3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42" name="Straight Arrow Connector 95"/>
          <p:cNvCxnSpPr>
            <a:stCxn id="304" idx="3"/>
            <a:endCxn id="326" idx="1"/>
          </p:cNvCxnSpPr>
          <p:nvPr/>
        </p:nvCxnSpPr>
        <p:spPr>
          <a:xfrm flipV="1">
            <a:off x="9266400" y="6479640"/>
            <a:ext cx="255600" cy="3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343" name="Rounded Rectangle 38"/>
          <p:cNvSpPr/>
          <p:nvPr/>
        </p:nvSpPr>
        <p:spPr>
          <a:xfrm>
            <a:off x="5497560" y="55634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44" name="Straight Arrow Connector 101"/>
          <p:cNvCxnSpPr>
            <a:endCxn id="343" idx="0"/>
          </p:cNvCxnSpPr>
          <p:nvPr/>
        </p:nvCxnSpPr>
        <p:spPr>
          <a:xfrm flipH="1">
            <a:off x="5677560" y="5203080"/>
            <a:ext cx="4680" cy="36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345" name="Rounded Rectangle 38"/>
          <p:cNvSpPr/>
          <p:nvPr/>
        </p:nvSpPr>
        <p:spPr>
          <a:xfrm>
            <a:off x="10843920" y="21607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46" name="Straight Arrow Connector 103"/>
          <p:cNvCxnSpPr>
            <a:endCxn id="345" idx="0"/>
          </p:cNvCxnSpPr>
          <p:nvPr/>
        </p:nvCxnSpPr>
        <p:spPr>
          <a:xfrm flipH="1">
            <a:off x="11023920" y="1800720"/>
            <a:ext cx="4680" cy="360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347" name="Rectangle 37"/>
          <p:cNvSpPr/>
          <p:nvPr/>
        </p:nvSpPr>
        <p:spPr>
          <a:xfrm>
            <a:off x="4455720" y="604224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 CHECK/KNOB CHECK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ectangle 40"/>
          <p:cNvSpPr/>
          <p:nvPr/>
        </p:nvSpPr>
        <p:spPr>
          <a:xfrm>
            <a:off x="4591080" y="47790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41"/>
          <p:cNvSpPr/>
          <p:nvPr/>
        </p:nvSpPr>
        <p:spPr>
          <a:xfrm>
            <a:off x="3406320" y="57952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42"/>
          <p:cNvSpPr/>
          <p:nvPr/>
        </p:nvSpPr>
        <p:spPr>
          <a:xfrm>
            <a:off x="8432280" y="24548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44"/>
          <p:cNvSpPr/>
          <p:nvPr/>
        </p:nvSpPr>
        <p:spPr>
          <a:xfrm>
            <a:off x="9783000" y="13330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46"/>
          <p:cNvSpPr/>
          <p:nvPr/>
        </p:nvSpPr>
        <p:spPr>
          <a:xfrm>
            <a:off x="9341640" y="44046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48"/>
          <p:cNvSpPr/>
          <p:nvPr/>
        </p:nvSpPr>
        <p:spPr>
          <a:xfrm>
            <a:off x="6874920" y="44946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Rounded Rectangle 8"/>
          <p:cNvSpPr/>
          <p:nvPr/>
        </p:nvSpPr>
        <p:spPr>
          <a:xfrm>
            <a:off x="4822920" y="53352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INSPECTION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(VIBRATION TEST)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9"/>
          <p:cNvSpPr/>
          <p:nvPr/>
        </p:nvSpPr>
        <p:spPr>
          <a:xfrm>
            <a:off x="4822920" y="10587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Rounded Rectangle 14"/>
          <p:cNvSpPr/>
          <p:nvPr/>
        </p:nvSpPr>
        <p:spPr>
          <a:xfrm>
            <a:off x="4848480" y="56646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INSPECTION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arallelogram 15"/>
          <p:cNvSpPr/>
          <p:nvPr/>
        </p:nvSpPr>
        <p:spPr>
          <a:xfrm>
            <a:off x="4822920" y="20152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ounded Rectangle 17"/>
          <p:cNvSpPr/>
          <p:nvPr/>
        </p:nvSpPr>
        <p:spPr>
          <a:xfrm>
            <a:off x="4165560" y="5335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Diamond 18"/>
          <p:cNvSpPr/>
          <p:nvPr/>
        </p:nvSpPr>
        <p:spPr>
          <a:xfrm>
            <a:off x="4848480" y="377352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UNIT PASS THE VIBRATION TEST?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ectangle 19"/>
          <p:cNvSpPr/>
          <p:nvPr/>
        </p:nvSpPr>
        <p:spPr>
          <a:xfrm>
            <a:off x="4822920" y="2594160"/>
            <a:ext cx="1799640" cy="359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VIBRATION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arallelogram 20"/>
          <p:cNvSpPr/>
          <p:nvPr/>
        </p:nvSpPr>
        <p:spPr>
          <a:xfrm>
            <a:off x="4848480" y="507924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2" name="Straight Arrow Connector 24"/>
          <p:cNvCxnSpPr>
            <a:stCxn id="354" idx="2"/>
          </p:cNvCxnSpPr>
          <p:nvPr/>
        </p:nvCxnSpPr>
        <p:spPr>
          <a:xfrm flipH="1">
            <a:off x="5722560" y="893160"/>
            <a:ext cx="720" cy="165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63" name="Straight Arrow Connector 25"/>
          <p:cNvCxnSpPr>
            <a:stCxn id="355" idx="2"/>
          </p:cNvCxnSpPr>
          <p:nvPr/>
        </p:nvCxnSpPr>
        <p:spPr>
          <a:xfrm flipH="1">
            <a:off x="5722560" y="1418400"/>
            <a:ext cx="720" cy="597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64" name="Straight Arrow Connector 27"/>
          <p:cNvCxnSpPr>
            <a:stCxn id="359" idx="2"/>
            <a:endCxn id="361" idx="0"/>
          </p:cNvCxnSpPr>
          <p:nvPr/>
        </p:nvCxnSpPr>
        <p:spPr>
          <a:xfrm>
            <a:off x="5748480" y="4853160"/>
            <a:ext cx="360" cy="2264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65" name="Straight Arrow Connector 28"/>
          <p:cNvCxnSpPr>
            <a:stCxn id="361" idx="4"/>
            <a:endCxn id="356" idx="0"/>
          </p:cNvCxnSpPr>
          <p:nvPr/>
        </p:nvCxnSpPr>
        <p:spPr>
          <a:xfrm>
            <a:off x="5748480" y="5438880"/>
            <a:ext cx="360" cy="2260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366" name="Rounded Rectangle 38"/>
          <p:cNvSpPr/>
          <p:nvPr/>
        </p:nvSpPr>
        <p:spPr>
          <a:xfrm>
            <a:off x="6950880" y="566460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67" name="Straight Arrow Connector 39"/>
          <p:cNvCxnSpPr>
            <a:stCxn id="358" idx="3"/>
            <a:endCxn id="354" idx="1"/>
          </p:cNvCxnSpPr>
          <p:nvPr/>
        </p:nvCxnSpPr>
        <p:spPr>
          <a:xfrm>
            <a:off x="4525200" y="71352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68" name="Straight Arrow Connector 40"/>
          <p:cNvCxnSpPr>
            <a:stCxn id="356" idx="3"/>
            <a:endCxn id="366" idx="1"/>
          </p:cNvCxnSpPr>
          <p:nvPr/>
        </p:nvCxnSpPr>
        <p:spPr>
          <a:xfrm>
            <a:off x="6648120" y="5844600"/>
            <a:ext cx="3031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369" name="Rectangle 45"/>
          <p:cNvSpPr/>
          <p:nvPr/>
        </p:nvSpPr>
        <p:spPr>
          <a:xfrm>
            <a:off x="5362920" y="48848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ectangle 46"/>
          <p:cNvSpPr/>
          <p:nvPr/>
        </p:nvSpPr>
        <p:spPr>
          <a:xfrm>
            <a:off x="6674040" y="41245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arallelogram 48"/>
          <p:cNvSpPr/>
          <p:nvPr/>
        </p:nvSpPr>
        <p:spPr>
          <a:xfrm>
            <a:off x="7252920" y="414360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NO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2" name="Straight Arrow Connector 51"/>
          <p:cNvCxnSpPr>
            <a:stCxn id="359" idx="3"/>
            <a:endCxn id="371" idx="5"/>
          </p:cNvCxnSpPr>
          <p:nvPr/>
        </p:nvCxnSpPr>
        <p:spPr>
          <a:xfrm>
            <a:off x="6648120" y="4313520"/>
            <a:ext cx="605160" cy="104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73" name="Straight Arrow Connector 30"/>
          <p:cNvCxnSpPr>
            <a:stCxn id="357" idx="4"/>
            <a:endCxn id="360" idx="0"/>
          </p:cNvCxnSpPr>
          <p:nvPr/>
        </p:nvCxnSpPr>
        <p:spPr>
          <a:xfrm>
            <a:off x="5722920" y="2374920"/>
            <a:ext cx="360" cy="219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374" name="Parallelogram 4"/>
          <p:cNvSpPr/>
          <p:nvPr/>
        </p:nvSpPr>
        <p:spPr>
          <a:xfrm>
            <a:off x="4848480" y="325512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ounded Rectangle 38"/>
          <p:cNvSpPr/>
          <p:nvPr/>
        </p:nvSpPr>
        <p:spPr>
          <a:xfrm>
            <a:off x="7972920" y="478368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76" name="Straight Arrow Connector 1"/>
          <p:cNvCxnSpPr>
            <a:stCxn id="360" idx="2"/>
            <a:endCxn id="374" idx="0"/>
          </p:cNvCxnSpPr>
          <p:nvPr/>
        </p:nvCxnSpPr>
        <p:spPr>
          <a:xfrm>
            <a:off x="5722920" y="2953800"/>
            <a:ext cx="25920" cy="3016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77" name="Straight Arrow Connector 6"/>
          <p:cNvCxnSpPr>
            <a:stCxn id="374" idx="4"/>
            <a:endCxn id="359" idx="0"/>
          </p:cNvCxnSpPr>
          <p:nvPr/>
        </p:nvCxnSpPr>
        <p:spPr>
          <a:xfrm>
            <a:off x="5748480" y="3614760"/>
            <a:ext cx="360" cy="159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78" name="Straight Arrow Connector 13"/>
          <p:cNvCxnSpPr>
            <a:endCxn id="375" idx="0"/>
          </p:cNvCxnSpPr>
          <p:nvPr/>
        </p:nvCxnSpPr>
        <p:spPr>
          <a:xfrm>
            <a:off x="8152560" y="4475520"/>
            <a:ext cx="720" cy="308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ounded Rectangle 8"/>
          <p:cNvSpPr/>
          <p:nvPr/>
        </p:nvSpPr>
        <p:spPr>
          <a:xfrm>
            <a:off x="2415600" y="318600"/>
            <a:ext cx="1799640" cy="359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INSPECTION 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9"/>
          <p:cNvSpPr/>
          <p:nvPr/>
        </p:nvSpPr>
        <p:spPr>
          <a:xfrm>
            <a:off x="2415600" y="844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arallelogram 15"/>
          <p:cNvSpPr/>
          <p:nvPr/>
        </p:nvSpPr>
        <p:spPr>
          <a:xfrm>
            <a:off x="2415600" y="1413000"/>
            <a:ext cx="1799640" cy="3452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Rounded Rectangle 17"/>
          <p:cNvSpPr/>
          <p:nvPr/>
        </p:nvSpPr>
        <p:spPr>
          <a:xfrm>
            <a:off x="1758240" y="31860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Diamond 18"/>
          <p:cNvSpPr/>
          <p:nvPr/>
        </p:nvSpPr>
        <p:spPr>
          <a:xfrm>
            <a:off x="2118240" y="2673000"/>
            <a:ext cx="2251080" cy="135036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SERIAL AND MODEL NUMBER THE SAME?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ectangle 19"/>
          <p:cNvSpPr/>
          <p:nvPr/>
        </p:nvSpPr>
        <p:spPr>
          <a:xfrm>
            <a:off x="2374560" y="4193280"/>
            <a:ext cx="1799640" cy="359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PUNCTURE AND INSULATION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5" name="Straight Arrow Connector 24"/>
          <p:cNvCxnSpPr>
            <a:stCxn id="379" idx="2"/>
          </p:cNvCxnSpPr>
          <p:nvPr/>
        </p:nvCxnSpPr>
        <p:spPr>
          <a:xfrm>
            <a:off x="3315600" y="678240"/>
            <a:ext cx="360" cy="166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386" name="Straight Arrow Connector 25"/>
          <p:cNvCxnSpPr>
            <a:stCxn id="380" idx="2"/>
            <a:endCxn id="381" idx="0"/>
          </p:cNvCxnSpPr>
          <p:nvPr/>
        </p:nvCxnSpPr>
        <p:spPr>
          <a:xfrm>
            <a:off x="3315600" y="120384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387" name="Rounded Rectangle 38"/>
          <p:cNvSpPr/>
          <p:nvPr/>
        </p:nvSpPr>
        <p:spPr>
          <a:xfrm>
            <a:off x="5200560" y="63482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88" name="Straight Arrow Connector 39"/>
          <p:cNvCxnSpPr>
            <a:stCxn id="382" idx="3"/>
            <a:endCxn id="379" idx="1"/>
          </p:cNvCxnSpPr>
          <p:nvPr/>
        </p:nvCxnSpPr>
        <p:spPr>
          <a:xfrm>
            <a:off x="2117880" y="49860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389" name="Parallelogram 1"/>
          <p:cNvSpPr/>
          <p:nvPr/>
        </p:nvSpPr>
        <p:spPr>
          <a:xfrm>
            <a:off x="2374560" y="475848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 INSULATION TEST VALUES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Diamond 35"/>
          <p:cNvSpPr/>
          <p:nvPr/>
        </p:nvSpPr>
        <p:spPr>
          <a:xfrm>
            <a:off x="6861600" y="2133360"/>
            <a:ext cx="2497680" cy="15152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UNIT HAVE THE CORRECT MODEL LABEL AND BADGE? CORRECT MANUAL COMPLETE AND FRONT GRILLE?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arallelogram 54"/>
          <p:cNvSpPr/>
          <p:nvPr/>
        </p:nvSpPr>
        <p:spPr>
          <a:xfrm>
            <a:off x="4538160" y="316692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 “ERROR”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Diamond 57"/>
          <p:cNvSpPr/>
          <p:nvPr/>
        </p:nvSpPr>
        <p:spPr>
          <a:xfrm>
            <a:off x="2175480" y="5298480"/>
            <a:ext cx="2197440" cy="13183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 VALUES WITHIN THE RANGE? DOES THE UNIT PASSED IN THE PUNCTURE TEST?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arallelogram 59"/>
          <p:cNvSpPr/>
          <p:nvPr/>
        </p:nvSpPr>
        <p:spPr>
          <a:xfrm>
            <a:off x="4480560" y="57776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ounded Rectangle 17"/>
          <p:cNvSpPr/>
          <p:nvPr/>
        </p:nvSpPr>
        <p:spPr>
          <a:xfrm>
            <a:off x="7885080" y="56059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arallelogram 4"/>
          <p:cNvSpPr/>
          <p:nvPr/>
        </p:nvSpPr>
        <p:spPr>
          <a:xfrm>
            <a:off x="7257240" y="6872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5"/>
          <p:cNvSpPr/>
          <p:nvPr/>
        </p:nvSpPr>
        <p:spPr>
          <a:xfrm>
            <a:off x="7210440" y="12268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 INSPECTION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6"/>
          <p:cNvSpPr/>
          <p:nvPr/>
        </p:nvSpPr>
        <p:spPr>
          <a:xfrm>
            <a:off x="2374560" y="1899720"/>
            <a:ext cx="1799640" cy="59292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 IN NAME PLATE AND BARCODE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arallelogram 10"/>
          <p:cNvSpPr/>
          <p:nvPr/>
        </p:nvSpPr>
        <p:spPr>
          <a:xfrm>
            <a:off x="7168320" y="410868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AND RECORD: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14"/>
          <p:cNvSpPr/>
          <p:nvPr/>
        </p:nvSpPr>
        <p:spPr>
          <a:xfrm>
            <a:off x="7168320" y="491508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INSPECTION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Straight Arrow Connector 2"/>
          <p:cNvCxnSpPr>
            <a:stCxn id="381" idx="4"/>
            <a:endCxn id="397" idx="0"/>
          </p:cNvCxnSpPr>
          <p:nvPr/>
        </p:nvCxnSpPr>
        <p:spPr>
          <a:xfrm flipH="1">
            <a:off x="3274560" y="1758240"/>
            <a:ext cx="41400" cy="1418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01" name="Straight Arrow Connector 12"/>
          <p:cNvCxnSpPr>
            <a:stCxn id="397" idx="2"/>
            <a:endCxn id="383" idx="0"/>
          </p:cNvCxnSpPr>
          <p:nvPr/>
        </p:nvCxnSpPr>
        <p:spPr>
          <a:xfrm flipH="1">
            <a:off x="3243960" y="2492640"/>
            <a:ext cx="30960" cy="18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02" name="Straight Arrow Connector 20"/>
          <p:cNvCxnSpPr>
            <a:stCxn id="383" idx="2"/>
            <a:endCxn id="384" idx="0"/>
          </p:cNvCxnSpPr>
          <p:nvPr/>
        </p:nvCxnSpPr>
        <p:spPr>
          <a:xfrm>
            <a:off x="3243960" y="4023360"/>
            <a:ext cx="30960" cy="170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03" name="Straight Arrow Connector 23"/>
          <p:cNvCxnSpPr>
            <a:stCxn id="384" idx="2"/>
            <a:endCxn id="389" idx="1"/>
          </p:cNvCxnSpPr>
          <p:nvPr/>
        </p:nvCxnSpPr>
        <p:spPr>
          <a:xfrm>
            <a:off x="3274560" y="4552920"/>
            <a:ext cx="45360" cy="205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04" name="Straight Arrow Connector 28"/>
          <p:cNvCxnSpPr>
            <a:stCxn id="389" idx="4"/>
            <a:endCxn id="392" idx="0"/>
          </p:cNvCxnSpPr>
          <p:nvPr/>
        </p:nvCxnSpPr>
        <p:spPr>
          <a:xfrm flipH="1">
            <a:off x="3274200" y="5118120"/>
            <a:ext cx="720" cy="18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05" name="Straight Arrow Connector 31"/>
          <p:cNvCxnSpPr>
            <a:stCxn id="392" idx="3"/>
            <a:endCxn id="393" idx="5"/>
          </p:cNvCxnSpPr>
          <p:nvPr/>
        </p:nvCxnSpPr>
        <p:spPr>
          <a:xfrm>
            <a:off x="4372920" y="5957640"/>
            <a:ext cx="15300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06" name="Elbow Connector 16"/>
          <p:cNvCxnSpPr/>
          <p:nvPr/>
        </p:nvCxnSpPr>
        <p:spPr>
          <a:xfrm flipH="1" flipV="1" rot="5400000">
            <a:off x="2444400" y="1728000"/>
            <a:ext cx="5750280" cy="402840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07" name="Straight Arrow Connector 46"/>
          <p:cNvCxnSpPr>
            <a:stCxn id="393" idx="4"/>
            <a:endCxn id="387" idx="0"/>
          </p:cNvCxnSpPr>
          <p:nvPr/>
        </p:nvCxnSpPr>
        <p:spPr>
          <a:xfrm>
            <a:off x="5380560" y="6137280"/>
            <a:ext cx="360" cy="211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08" name="Straight Arrow Connector 49"/>
          <p:cNvCxnSpPr>
            <a:stCxn id="395" idx="3"/>
            <a:endCxn id="396" idx="0"/>
          </p:cNvCxnSpPr>
          <p:nvPr/>
        </p:nvCxnSpPr>
        <p:spPr>
          <a:xfrm flipH="1">
            <a:off x="8110440" y="1046880"/>
            <a:ext cx="2160" cy="180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09" name="Straight Arrow Connector 53"/>
          <p:cNvCxnSpPr>
            <a:stCxn id="396" idx="2"/>
            <a:endCxn id="390" idx="0"/>
          </p:cNvCxnSpPr>
          <p:nvPr/>
        </p:nvCxnSpPr>
        <p:spPr>
          <a:xfrm>
            <a:off x="8110440" y="1586520"/>
            <a:ext cx="360" cy="547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10" name="Straight Arrow Connector 61"/>
          <p:cNvCxnSpPr>
            <a:stCxn id="390" idx="2"/>
            <a:endCxn id="398" idx="1"/>
          </p:cNvCxnSpPr>
          <p:nvPr/>
        </p:nvCxnSpPr>
        <p:spPr>
          <a:xfrm>
            <a:off x="8110440" y="3648600"/>
            <a:ext cx="3240" cy="4604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11" name="Straight Arrow Connector 69"/>
          <p:cNvCxnSpPr>
            <a:stCxn id="398" idx="4"/>
            <a:endCxn id="399" idx="0"/>
          </p:cNvCxnSpPr>
          <p:nvPr/>
        </p:nvCxnSpPr>
        <p:spPr>
          <a:xfrm>
            <a:off x="8068320" y="4468320"/>
            <a:ext cx="360" cy="447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12" name="Parallelogram 80"/>
          <p:cNvSpPr/>
          <p:nvPr/>
        </p:nvSpPr>
        <p:spPr>
          <a:xfrm>
            <a:off x="9883080" y="271116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NO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ounded Rectangle 38"/>
          <p:cNvSpPr/>
          <p:nvPr/>
        </p:nvSpPr>
        <p:spPr>
          <a:xfrm>
            <a:off x="10603080" y="33134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14" name="Straight Arrow Connector 82"/>
          <p:cNvCxnSpPr>
            <a:stCxn id="412" idx="3"/>
            <a:endCxn id="413" idx="0"/>
          </p:cNvCxnSpPr>
          <p:nvPr/>
        </p:nvCxnSpPr>
        <p:spPr>
          <a:xfrm>
            <a:off x="10783080" y="3070800"/>
            <a:ext cx="360" cy="243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15" name="Straight Arrow Connector 96"/>
          <p:cNvCxnSpPr>
            <a:stCxn id="399" idx="2"/>
            <a:endCxn id="394" idx="0"/>
          </p:cNvCxnSpPr>
          <p:nvPr/>
        </p:nvCxnSpPr>
        <p:spPr>
          <a:xfrm flipH="1">
            <a:off x="8065080" y="5274720"/>
            <a:ext cx="3600" cy="3315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16" name="Straight Arrow Connector 100"/>
          <p:cNvCxnSpPr>
            <a:stCxn id="390" idx="3"/>
            <a:endCxn id="412" idx="5"/>
          </p:cNvCxnSpPr>
          <p:nvPr/>
        </p:nvCxnSpPr>
        <p:spPr>
          <a:xfrm>
            <a:off x="9359280" y="2891160"/>
            <a:ext cx="5241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17" name="Straight Arrow Connector 105"/>
          <p:cNvCxnSpPr>
            <a:stCxn id="383" idx="3"/>
            <a:endCxn id="391" idx="5"/>
          </p:cNvCxnSpPr>
          <p:nvPr/>
        </p:nvCxnSpPr>
        <p:spPr>
          <a:xfrm flipV="1">
            <a:off x="4369320" y="3346920"/>
            <a:ext cx="214200" cy="1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18" name="Rectangle 3"/>
          <p:cNvSpPr/>
          <p:nvPr/>
        </p:nvSpPr>
        <p:spPr>
          <a:xfrm>
            <a:off x="4221000" y="30463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7"/>
          <p:cNvSpPr/>
          <p:nvPr/>
        </p:nvSpPr>
        <p:spPr>
          <a:xfrm>
            <a:off x="3482640" y="39880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13"/>
          <p:cNvSpPr/>
          <p:nvPr/>
        </p:nvSpPr>
        <p:spPr>
          <a:xfrm>
            <a:off x="4284720" y="56412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Rectangle 14"/>
          <p:cNvSpPr/>
          <p:nvPr/>
        </p:nvSpPr>
        <p:spPr>
          <a:xfrm>
            <a:off x="3523680" y="65818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16"/>
          <p:cNvSpPr/>
          <p:nvPr/>
        </p:nvSpPr>
        <p:spPr>
          <a:xfrm>
            <a:off x="9359280" y="26730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Rectangle 21"/>
          <p:cNvSpPr/>
          <p:nvPr/>
        </p:nvSpPr>
        <p:spPr>
          <a:xfrm>
            <a:off x="8166600" y="37054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ounded Rectangle 2"/>
          <p:cNvSpPr/>
          <p:nvPr/>
        </p:nvSpPr>
        <p:spPr>
          <a:xfrm>
            <a:off x="2833920" y="282600"/>
            <a:ext cx="1799640" cy="338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ounded Rectangle 6"/>
          <p:cNvSpPr/>
          <p:nvPr/>
        </p:nvSpPr>
        <p:spPr>
          <a:xfrm>
            <a:off x="6521400" y="643608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Rectangle 10"/>
          <p:cNvSpPr/>
          <p:nvPr/>
        </p:nvSpPr>
        <p:spPr>
          <a:xfrm>
            <a:off x="6521400" y="29451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BY 1 SCANNING OF CC CASE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arallelogram 11"/>
          <p:cNvSpPr/>
          <p:nvPr/>
        </p:nvSpPr>
        <p:spPr>
          <a:xfrm>
            <a:off x="6521400" y="574200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CC CASE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8" name="Straight Arrow Connector 14"/>
          <p:cNvCxnSpPr>
            <a:stCxn id="427" idx="4"/>
            <a:endCxn id="425" idx="0"/>
          </p:cNvCxnSpPr>
          <p:nvPr/>
        </p:nvCxnSpPr>
        <p:spPr>
          <a:xfrm>
            <a:off x="7421400" y="6101640"/>
            <a:ext cx="360" cy="334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29" name="Elbow Connector 16"/>
          <p:cNvCxnSpPr>
            <a:stCxn id="430" idx="3"/>
            <a:endCxn id="431" idx="3"/>
          </p:cNvCxnSpPr>
          <p:nvPr/>
        </p:nvCxnSpPr>
        <p:spPr>
          <a:xfrm flipH="1" flipV="1">
            <a:off x="4633560" y="1143360"/>
            <a:ext cx="5909760" cy="4411080"/>
          </a:xfrm>
          <a:prstGeom prst="bentConnector3">
            <a:avLst>
              <a:gd name="adj1" fmla="val -3874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32" name="Straight Arrow Connector 17"/>
          <p:cNvCxnSpPr>
            <a:stCxn id="433" idx="3"/>
            <a:endCxn id="424" idx="1"/>
          </p:cNvCxnSpPr>
          <p:nvPr/>
        </p:nvCxnSpPr>
        <p:spPr>
          <a:xfrm>
            <a:off x="2533680" y="451800"/>
            <a:ext cx="30060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34" name="Rectangle 20"/>
          <p:cNvSpPr/>
          <p:nvPr/>
        </p:nvSpPr>
        <p:spPr>
          <a:xfrm>
            <a:off x="8309880" y="46677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Diamond 22"/>
          <p:cNvSpPr/>
          <p:nvPr/>
        </p:nvSpPr>
        <p:spPr>
          <a:xfrm>
            <a:off x="6322680" y="3879360"/>
            <a:ext cx="2197080" cy="14317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CC CASE FOR THE RUNNING MODEL? ARE THERE NO DAMAGES IN THE CC CASE?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arallelogram 26"/>
          <p:cNvSpPr/>
          <p:nvPr/>
        </p:nvSpPr>
        <p:spPr>
          <a:xfrm>
            <a:off x="8743320" y="4219920"/>
            <a:ext cx="1799640" cy="7506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INCORRECT CC CASE: PRINT “ERROR”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THERE ARE DAMAGES: SCAN NO GOOD, DAMAGED CC CASE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27"/>
          <p:cNvSpPr/>
          <p:nvPr/>
        </p:nvSpPr>
        <p:spPr>
          <a:xfrm>
            <a:off x="8743320" y="5374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CC CASE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7" name="Straight Arrow Connector 30"/>
          <p:cNvCxnSpPr>
            <a:stCxn id="426" idx="2"/>
            <a:endCxn id="435" idx="0"/>
          </p:cNvCxnSpPr>
          <p:nvPr/>
        </p:nvCxnSpPr>
        <p:spPr>
          <a:xfrm>
            <a:off x="7421400" y="3304800"/>
            <a:ext cx="360" cy="574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38" name="Straight Arrow Connector 31"/>
          <p:cNvCxnSpPr>
            <a:stCxn id="435" idx="2"/>
            <a:endCxn id="427" idx="0"/>
          </p:cNvCxnSpPr>
          <p:nvPr/>
        </p:nvCxnSpPr>
        <p:spPr>
          <a:xfrm>
            <a:off x="7421400" y="5311080"/>
            <a:ext cx="360" cy="431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39" name="Straight Arrow Connector 33"/>
          <p:cNvCxnSpPr>
            <a:stCxn id="435" idx="3"/>
            <a:endCxn id="436" idx="5"/>
          </p:cNvCxnSpPr>
          <p:nvPr/>
        </p:nvCxnSpPr>
        <p:spPr>
          <a:xfrm>
            <a:off x="8519760" y="4595400"/>
            <a:ext cx="2239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40" name="Straight Arrow Connector 39"/>
          <p:cNvCxnSpPr>
            <a:stCxn id="436" idx="4"/>
            <a:endCxn id="430" idx="0"/>
          </p:cNvCxnSpPr>
          <p:nvPr/>
        </p:nvCxnSpPr>
        <p:spPr>
          <a:xfrm>
            <a:off x="9643320" y="4970520"/>
            <a:ext cx="360" cy="403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41" name="Rectangle 41"/>
          <p:cNvSpPr/>
          <p:nvPr/>
        </p:nvSpPr>
        <p:spPr>
          <a:xfrm>
            <a:off x="7033320" y="54057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Rectangle 25"/>
          <p:cNvSpPr/>
          <p:nvPr/>
        </p:nvSpPr>
        <p:spPr>
          <a:xfrm>
            <a:off x="2833920" y="97416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arallelogram 28"/>
          <p:cNvSpPr/>
          <p:nvPr/>
        </p:nvSpPr>
        <p:spPr>
          <a:xfrm>
            <a:off x="2833920" y="1570680"/>
            <a:ext cx="1799640" cy="33840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3" name="Straight Arrow Connector 29"/>
          <p:cNvCxnSpPr>
            <a:stCxn id="424" idx="2"/>
            <a:endCxn id="431" idx="0"/>
          </p:cNvCxnSpPr>
          <p:nvPr/>
        </p:nvCxnSpPr>
        <p:spPr>
          <a:xfrm>
            <a:off x="3733920" y="621000"/>
            <a:ext cx="360" cy="353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44" name="Straight Arrow Connector 32"/>
          <p:cNvCxnSpPr>
            <a:stCxn id="431" idx="2"/>
          </p:cNvCxnSpPr>
          <p:nvPr/>
        </p:nvCxnSpPr>
        <p:spPr>
          <a:xfrm>
            <a:off x="3733920" y="1312560"/>
            <a:ext cx="360" cy="2444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45" name="Straight Arrow Connector 36"/>
          <p:cNvCxnSpPr>
            <a:stCxn id="442" idx="4"/>
          </p:cNvCxnSpPr>
          <p:nvPr/>
        </p:nvCxnSpPr>
        <p:spPr>
          <a:xfrm>
            <a:off x="3733920" y="1909080"/>
            <a:ext cx="360" cy="2404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33" name="Rounded Rectangle 97"/>
          <p:cNvSpPr/>
          <p:nvPr/>
        </p:nvSpPr>
        <p:spPr>
          <a:xfrm>
            <a:off x="2174040" y="282600"/>
            <a:ext cx="359640" cy="3384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Rectangle 21"/>
          <p:cNvSpPr/>
          <p:nvPr/>
        </p:nvSpPr>
        <p:spPr>
          <a:xfrm>
            <a:off x="2833920" y="217440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 INSPECTION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Diamond 24"/>
          <p:cNvSpPr/>
          <p:nvPr/>
        </p:nvSpPr>
        <p:spPr>
          <a:xfrm>
            <a:off x="2466000" y="2743200"/>
            <a:ext cx="2536200" cy="16394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ALL THE ACCESSORIES COMPLETE? (MANUAL, FRONT GRILLE, ETC. (DIFFERENT PER MODEL)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arallelogram 52"/>
          <p:cNvSpPr/>
          <p:nvPr/>
        </p:nvSpPr>
        <p:spPr>
          <a:xfrm>
            <a:off x="2833920" y="466776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NO GOOD: LACKING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9" name="Elbow Connector 16"/>
          <p:cNvCxnSpPr>
            <a:endCxn id="426" idx="1"/>
          </p:cNvCxnSpPr>
          <p:nvPr/>
        </p:nvCxnSpPr>
        <p:spPr>
          <a:xfrm flipV="1">
            <a:off x="5048280" y="3125160"/>
            <a:ext cx="1473480" cy="44604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50" name="Straight Arrow Connector 8"/>
          <p:cNvCxnSpPr/>
          <p:nvPr/>
        </p:nvCxnSpPr>
        <p:spPr>
          <a:xfrm>
            <a:off x="3733920" y="2512800"/>
            <a:ext cx="360" cy="2404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51" name="Straight Arrow Connector 9"/>
          <p:cNvCxnSpPr>
            <a:stCxn id="447" idx="2"/>
            <a:endCxn id="448" idx="0"/>
          </p:cNvCxnSpPr>
          <p:nvPr/>
        </p:nvCxnSpPr>
        <p:spPr>
          <a:xfrm flipH="1">
            <a:off x="3733920" y="4382640"/>
            <a:ext cx="720" cy="2854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52" name="Rectangle 35"/>
          <p:cNvSpPr/>
          <p:nvPr/>
        </p:nvSpPr>
        <p:spPr>
          <a:xfrm>
            <a:off x="2833920" y="561492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COMPLETION OF LACKING ACCESSORIES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3" name="Straight Arrow Connector 37"/>
          <p:cNvCxnSpPr>
            <a:stCxn id="448" idx="4"/>
            <a:endCxn id="452" idx="0"/>
          </p:cNvCxnSpPr>
          <p:nvPr/>
        </p:nvCxnSpPr>
        <p:spPr>
          <a:xfrm>
            <a:off x="3733920" y="5027400"/>
            <a:ext cx="360" cy="5878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54" name="Elbow Connector 16"/>
          <p:cNvCxnSpPr>
            <a:stCxn id="452" idx="2"/>
            <a:endCxn id="446" idx="1"/>
          </p:cNvCxnSpPr>
          <p:nvPr/>
        </p:nvCxnSpPr>
        <p:spPr>
          <a:xfrm flipV="1" rot="16200000">
            <a:off x="1479240" y="3698280"/>
            <a:ext cx="3610080" cy="900360"/>
          </a:xfrm>
          <a:prstGeom prst="bentConnector4">
            <a:avLst>
              <a:gd name="adj1" fmla="val -6342"/>
              <a:gd name="adj2" fmla="val 168280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55" name="Rectangle 5"/>
          <p:cNvSpPr/>
          <p:nvPr/>
        </p:nvSpPr>
        <p:spPr>
          <a:xfrm>
            <a:off x="4951800" y="33166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Rectangle 7"/>
          <p:cNvSpPr/>
          <p:nvPr/>
        </p:nvSpPr>
        <p:spPr>
          <a:xfrm>
            <a:off x="3800520" y="43761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LINE 2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subTitle"/>
          </p:nvPr>
        </p:nvSpPr>
        <p:spPr>
          <a:xfrm>
            <a:off x="308520" y="407988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Notes: 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1. Every decision should scan serial number first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 If no good from previous scan, error will occur if scanned as good in the next one, only the scanner that tagged the unit as no good can change to good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Rounded Rectangle 14"/>
          <p:cNvSpPr/>
          <p:nvPr/>
        </p:nvSpPr>
        <p:spPr>
          <a:xfrm>
            <a:off x="3635280" y="857520"/>
            <a:ext cx="109728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Rounded Rectangle 126"/>
          <p:cNvSpPr/>
          <p:nvPr/>
        </p:nvSpPr>
        <p:spPr>
          <a:xfrm>
            <a:off x="3473280" y="2038320"/>
            <a:ext cx="1419840" cy="536400"/>
          </a:xfrm>
          <a:prstGeom prst="parallelogram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1: FAN MOTOR &amp; COMPRESSOR RECORDING and CHECKING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Rounded Rectangle 17"/>
          <p:cNvSpPr/>
          <p:nvPr/>
        </p:nvSpPr>
        <p:spPr>
          <a:xfrm>
            <a:off x="3686760" y="2901600"/>
            <a:ext cx="992880" cy="359640"/>
          </a:xfrm>
          <a:prstGeom prst="parallelogram">
            <a:avLst>
              <a:gd name="adj" fmla="val 25000"/>
            </a:avLst>
          </a:prstGeom>
          <a:solidFill>
            <a:srgbClr val="FFC0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1: AIRTIGHT TEST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2" name="Straight Arrow Connector 137"/>
          <p:cNvCxnSpPr>
            <a:stCxn id="460" idx="4"/>
            <a:endCxn id="461" idx="0"/>
          </p:cNvCxnSpPr>
          <p:nvPr/>
        </p:nvCxnSpPr>
        <p:spPr>
          <a:xfrm>
            <a:off x="4183200" y="2574720"/>
            <a:ext cx="360" cy="327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63" name="Rounded Rectangle 126"/>
          <p:cNvSpPr/>
          <p:nvPr/>
        </p:nvSpPr>
        <p:spPr>
          <a:xfrm>
            <a:off x="3451680" y="1420920"/>
            <a:ext cx="1463040" cy="359640"/>
          </a:xfrm>
          <a:prstGeom prst="roundRect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FOR MODEL THAT WILL BE IN PRODUCTION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64" name="Straight Arrow Connector 8"/>
          <p:cNvCxnSpPr>
            <a:stCxn id="463" idx="2"/>
            <a:endCxn id="460" idx="0"/>
          </p:cNvCxnSpPr>
          <p:nvPr/>
        </p:nvCxnSpPr>
        <p:spPr>
          <a:xfrm>
            <a:off x="4183200" y="1780560"/>
            <a:ext cx="360" cy="258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65" name="Straight Arrow Connector 17"/>
          <p:cNvCxnSpPr>
            <a:stCxn id="459" idx="2"/>
            <a:endCxn id="463" idx="0"/>
          </p:cNvCxnSpPr>
          <p:nvPr/>
        </p:nvCxnSpPr>
        <p:spPr>
          <a:xfrm flipH="1">
            <a:off x="4183200" y="1217160"/>
            <a:ext cx="1080" cy="204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66" name="Rounded Rectangle 17"/>
          <p:cNvSpPr/>
          <p:nvPr/>
        </p:nvSpPr>
        <p:spPr>
          <a:xfrm>
            <a:off x="3641040" y="3587760"/>
            <a:ext cx="992880" cy="359640"/>
          </a:xfrm>
          <a:prstGeom prst="parallelogram">
            <a:avLst>
              <a:gd name="adj" fmla="val 25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2: GAS CHARGING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ounded Rectangle 17"/>
          <p:cNvSpPr/>
          <p:nvPr/>
        </p:nvSpPr>
        <p:spPr>
          <a:xfrm>
            <a:off x="3473280" y="4217040"/>
            <a:ext cx="1204920" cy="492840"/>
          </a:xfrm>
          <a:prstGeom prst="parallelogram">
            <a:avLst>
              <a:gd name="adj" fmla="val 25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4: CONTROL BOARD &amp; OUTDOOR PCB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68" name="Straight Arrow Connector 143"/>
          <p:cNvCxnSpPr>
            <a:stCxn id="461" idx="4"/>
            <a:endCxn id="466" idx="1"/>
          </p:cNvCxnSpPr>
          <p:nvPr/>
        </p:nvCxnSpPr>
        <p:spPr>
          <a:xfrm flipH="1">
            <a:off x="4182480" y="3261240"/>
            <a:ext cx="1080" cy="3268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69" name="Straight Arrow Connector 146"/>
          <p:cNvCxnSpPr>
            <a:stCxn id="466" idx="4"/>
            <a:endCxn id="467" idx="1"/>
          </p:cNvCxnSpPr>
          <p:nvPr/>
        </p:nvCxnSpPr>
        <p:spPr>
          <a:xfrm>
            <a:off x="4137480" y="3947400"/>
            <a:ext cx="360" cy="270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70" name="Rounded Rectangle 17"/>
          <p:cNvSpPr/>
          <p:nvPr/>
        </p:nvSpPr>
        <p:spPr>
          <a:xfrm>
            <a:off x="3473280" y="4960080"/>
            <a:ext cx="1204920" cy="492840"/>
          </a:xfrm>
          <a:prstGeom prst="parallelogram">
            <a:avLst>
              <a:gd name="adj" fmla="val 25000"/>
            </a:avLst>
          </a:prstGeom>
          <a:solidFill>
            <a:srgbClr val="00B0F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2: WIRING AND CONSTRUCTION INSPECTION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Rounded Rectangle 17"/>
          <p:cNvSpPr/>
          <p:nvPr/>
        </p:nvSpPr>
        <p:spPr>
          <a:xfrm>
            <a:off x="7757280" y="1062720"/>
            <a:ext cx="1204920" cy="492840"/>
          </a:xfrm>
          <a:prstGeom prst="parallelogram">
            <a:avLst>
              <a:gd name="adj" fmla="val 25000"/>
            </a:avLst>
          </a:prstGeom>
          <a:solidFill>
            <a:schemeClr val="accent6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: RUNNING INSPECTION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Rounded Rectangle 17"/>
          <p:cNvSpPr/>
          <p:nvPr/>
        </p:nvSpPr>
        <p:spPr>
          <a:xfrm>
            <a:off x="9693000" y="2040120"/>
            <a:ext cx="1204920" cy="492840"/>
          </a:xfrm>
          <a:prstGeom prst="parallelogram">
            <a:avLst>
              <a:gd name="adj" fmla="val 25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4: VIBRATION TEST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ounded Rectangle 17"/>
          <p:cNvSpPr/>
          <p:nvPr/>
        </p:nvSpPr>
        <p:spPr>
          <a:xfrm>
            <a:off x="7757280" y="3424680"/>
            <a:ext cx="1204920" cy="492840"/>
          </a:xfrm>
          <a:prstGeom prst="parallelogram">
            <a:avLst>
              <a:gd name="adj" fmla="val 25000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5: FINAL INSPECTION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Rounded Rectangle 17"/>
          <p:cNvSpPr/>
          <p:nvPr/>
        </p:nvSpPr>
        <p:spPr>
          <a:xfrm>
            <a:off x="7757280" y="4245480"/>
            <a:ext cx="1204920" cy="492840"/>
          </a:xfrm>
          <a:prstGeom prst="parallelogram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5: PACKAGING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75" name="Straight Arrow Connector 164"/>
          <p:cNvCxnSpPr/>
          <p:nvPr/>
        </p:nvCxnSpPr>
        <p:spPr>
          <a:xfrm>
            <a:off x="4137480" y="4709880"/>
            <a:ext cx="360" cy="2696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76" name="Rounded Rectangle 17"/>
          <p:cNvSpPr/>
          <p:nvPr/>
        </p:nvSpPr>
        <p:spPr>
          <a:xfrm>
            <a:off x="5619240" y="4240800"/>
            <a:ext cx="1204920" cy="492840"/>
          </a:xfrm>
          <a:prstGeom prst="parallelogram">
            <a:avLst>
              <a:gd name="adj" fmla="val 25000"/>
            </a:avLst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3: INDOOR CONTROL BOARD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7" name="Straight Arrow Connector 167"/>
          <p:cNvCxnSpPr/>
          <p:nvPr/>
        </p:nvCxnSpPr>
        <p:spPr>
          <a:xfrm flipH="1">
            <a:off x="4617000" y="4502160"/>
            <a:ext cx="10558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78" name="Elbow Connector 175"/>
          <p:cNvCxnSpPr>
            <a:stCxn id="470" idx="2"/>
            <a:endCxn id="471" idx="1"/>
          </p:cNvCxnSpPr>
          <p:nvPr/>
        </p:nvCxnSpPr>
        <p:spPr>
          <a:xfrm flipV="1">
            <a:off x="4616640" y="1062720"/>
            <a:ext cx="3805200" cy="4144320"/>
          </a:xfrm>
          <a:prstGeom prst="bentConnector4">
            <a:avLst>
              <a:gd name="adj1" fmla="val 63165"/>
              <a:gd name="adj2" fmla="val 105516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79" name="Straight Arrow Connector 198"/>
          <p:cNvCxnSpPr>
            <a:stCxn id="473" idx="4"/>
            <a:endCxn id="474" idx="0"/>
          </p:cNvCxnSpPr>
          <p:nvPr/>
        </p:nvCxnSpPr>
        <p:spPr>
          <a:xfrm>
            <a:off x="8359920" y="3917520"/>
            <a:ext cx="360" cy="328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80" name="Rounded Rectangle 14"/>
          <p:cNvSpPr/>
          <p:nvPr/>
        </p:nvSpPr>
        <p:spPr>
          <a:xfrm>
            <a:off x="7811280" y="5061600"/>
            <a:ext cx="109728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81" name="Straight Arrow Connector 204"/>
          <p:cNvCxnSpPr/>
          <p:nvPr/>
        </p:nvCxnSpPr>
        <p:spPr>
          <a:xfrm>
            <a:off x="8359560" y="4736160"/>
            <a:ext cx="360" cy="328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82" name="Rectangle 205"/>
          <p:cNvSpPr/>
          <p:nvPr/>
        </p:nvSpPr>
        <p:spPr>
          <a:xfrm>
            <a:off x="0" y="0"/>
            <a:ext cx="12191760" cy="38016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206"/>
          <p:cNvSpPr/>
          <p:nvPr/>
        </p:nvSpPr>
        <p:spPr>
          <a:xfrm>
            <a:off x="4983120" y="6043320"/>
            <a:ext cx="59148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NOTE: A unit cannot proceed to the next step if it is not scanned/approved in the previous 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Diamond 5"/>
          <p:cNvSpPr/>
          <p:nvPr/>
        </p:nvSpPr>
        <p:spPr>
          <a:xfrm>
            <a:off x="7572600" y="1814400"/>
            <a:ext cx="1574280" cy="94428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UNIT J-CHASSIS HK?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85" name="Straight Arrow Connector 9"/>
          <p:cNvCxnSpPr>
            <a:stCxn id="471" idx="4"/>
            <a:endCxn id="484" idx="0"/>
          </p:cNvCxnSpPr>
          <p:nvPr/>
        </p:nvCxnSpPr>
        <p:spPr>
          <a:xfrm>
            <a:off x="8359920" y="1555560"/>
            <a:ext cx="360" cy="259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86" name="Straight Arrow Connector 12"/>
          <p:cNvCxnSpPr>
            <a:stCxn id="484" idx="3"/>
            <a:endCxn id="472" idx="5"/>
          </p:cNvCxnSpPr>
          <p:nvPr/>
        </p:nvCxnSpPr>
        <p:spPr>
          <a:xfrm>
            <a:off x="9146880" y="2286720"/>
            <a:ext cx="60804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87" name="Straight Arrow Connector 18"/>
          <p:cNvCxnSpPr>
            <a:endCxn id="473" idx="0"/>
          </p:cNvCxnSpPr>
          <p:nvPr/>
        </p:nvCxnSpPr>
        <p:spPr>
          <a:xfrm>
            <a:off x="8359560" y="2776680"/>
            <a:ext cx="720" cy="648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488" name="Elbow Connector 175"/>
          <p:cNvCxnSpPr>
            <a:stCxn id="472" idx="2"/>
            <a:endCxn id="473" idx="2"/>
          </p:cNvCxnSpPr>
          <p:nvPr/>
        </p:nvCxnSpPr>
        <p:spPr>
          <a:xfrm flipH="1">
            <a:off x="8900640" y="2286720"/>
            <a:ext cx="1936080" cy="1384920"/>
          </a:xfrm>
          <a:prstGeom prst="bentConnector3">
            <a:avLst>
              <a:gd name="adj1" fmla="val -15008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489" name="TextBox 23"/>
          <p:cNvSpPr/>
          <p:nvPr/>
        </p:nvSpPr>
        <p:spPr>
          <a:xfrm>
            <a:off x="9142560" y="2007360"/>
            <a:ext cx="41832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YES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24"/>
          <p:cNvSpPr/>
          <p:nvPr/>
        </p:nvSpPr>
        <p:spPr>
          <a:xfrm>
            <a:off x="8435880" y="2717280"/>
            <a:ext cx="38628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Rounded Rectangle 3"/>
          <p:cNvSpPr/>
          <p:nvPr/>
        </p:nvSpPr>
        <p:spPr>
          <a:xfrm>
            <a:off x="5034960" y="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Rectangle 7"/>
          <p:cNvSpPr/>
          <p:nvPr/>
        </p:nvSpPr>
        <p:spPr>
          <a:xfrm>
            <a:off x="5034960" y="5256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Diamond 152"/>
          <p:cNvSpPr/>
          <p:nvPr/>
        </p:nvSpPr>
        <p:spPr>
          <a:xfrm>
            <a:off x="5034960" y="462708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COMPRESSOR TO BE USED?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Rectangle 108"/>
          <p:cNvSpPr/>
          <p:nvPr/>
        </p:nvSpPr>
        <p:spPr>
          <a:xfrm>
            <a:off x="5034960" y="4069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1X1 SCANNING OF COMPRESSOR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Rounded Rectangle 112"/>
          <p:cNvSpPr/>
          <p:nvPr/>
        </p:nvSpPr>
        <p:spPr>
          <a:xfrm>
            <a:off x="5034960" y="64332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arallelogram 121"/>
          <p:cNvSpPr/>
          <p:nvPr/>
        </p:nvSpPr>
        <p:spPr>
          <a:xfrm>
            <a:off x="3028320" y="52560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arallelogram 122"/>
          <p:cNvSpPr/>
          <p:nvPr/>
        </p:nvSpPr>
        <p:spPr>
          <a:xfrm>
            <a:off x="5034960" y="591516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COMPRESSOR PART NUMBER &amp;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Rounded Rectangle 126"/>
          <p:cNvSpPr/>
          <p:nvPr/>
        </p:nvSpPr>
        <p:spPr>
          <a:xfrm>
            <a:off x="4377600" y="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Diamond 127"/>
          <p:cNvSpPr/>
          <p:nvPr/>
        </p:nvSpPr>
        <p:spPr>
          <a:xfrm>
            <a:off x="5034960" y="164484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FAN MOTOR TO BE USED?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Rectangle 128"/>
          <p:cNvSpPr/>
          <p:nvPr/>
        </p:nvSpPr>
        <p:spPr>
          <a:xfrm>
            <a:off x="5034960" y="108684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BY 1 SCANNING OF FAN MOTOR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arallelogram 129"/>
          <p:cNvSpPr/>
          <p:nvPr/>
        </p:nvSpPr>
        <p:spPr>
          <a:xfrm>
            <a:off x="5034960" y="2932920"/>
            <a:ext cx="1799640" cy="38772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FAN MOTOR PART NUMBER &amp;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Rectangle 131"/>
          <p:cNvSpPr/>
          <p:nvPr/>
        </p:nvSpPr>
        <p:spPr>
          <a:xfrm>
            <a:off x="5034960" y="35010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03" name="Straight Arrow Connector 134"/>
          <p:cNvCxnSpPr>
            <a:stCxn id="491" idx="2"/>
            <a:endCxn id="492" idx="0"/>
          </p:cNvCxnSpPr>
          <p:nvPr/>
        </p:nvCxnSpPr>
        <p:spPr>
          <a:xfrm>
            <a:off x="5934960" y="359640"/>
            <a:ext cx="360" cy="166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04" name="Straight Arrow Connector 141"/>
          <p:cNvCxnSpPr>
            <a:stCxn id="500" idx="2"/>
            <a:endCxn id="499" idx="0"/>
          </p:cNvCxnSpPr>
          <p:nvPr/>
        </p:nvCxnSpPr>
        <p:spPr>
          <a:xfrm>
            <a:off x="5934960" y="1446480"/>
            <a:ext cx="360" cy="198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05" name="Straight Arrow Connector 143"/>
          <p:cNvCxnSpPr>
            <a:stCxn id="499" idx="2"/>
            <a:endCxn id="501" idx="0"/>
          </p:cNvCxnSpPr>
          <p:nvPr/>
        </p:nvCxnSpPr>
        <p:spPr>
          <a:xfrm>
            <a:off x="5934960" y="272448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06" name="Straight Arrow Connector 146"/>
          <p:cNvCxnSpPr>
            <a:stCxn id="501" idx="4"/>
            <a:endCxn id="502" idx="0"/>
          </p:cNvCxnSpPr>
          <p:nvPr/>
        </p:nvCxnSpPr>
        <p:spPr>
          <a:xfrm>
            <a:off x="5934960" y="3320640"/>
            <a:ext cx="360" cy="18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07" name="Straight Arrow Connector 149"/>
          <p:cNvCxnSpPr>
            <a:stCxn id="502" idx="2"/>
            <a:endCxn id="494" idx="0"/>
          </p:cNvCxnSpPr>
          <p:nvPr/>
        </p:nvCxnSpPr>
        <p:spPr>
          <a:xfrm>
            <a:off x="5934960" y="386064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08" name="Straight Arrow Connector 153"/>
          <p:cNvCxnSpPr>
            <a:stCxn id="494" idx="2"/>
            <a:endCxn id="493" idx="0"/>
          </p:cNvCxnSpPr>
          <p:nvPr/>
        </p:nvCxnSpPr>
        <p:spPr>
          <a:xfrm>
            <a:off x="5934960" y="4428720"/>
            <a:ext cx="360" cy="198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09" name="Straight Arrow Connector 164"/>
          <p:cNvCxnSpPr>
            <a:stCxn id="493" idx="2"/>
            <a:endCxn id="497" idx="0"/>
          </p:cNvCxnSpPr>
          <p:nvPr/>
        </p:nvCxnSpPr>
        <p:spPr>
          <a:xfrm>
            <a:off x="5934960" y="570672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10" name="Straight Arrow Connector 169"/>
          <p:cNvCxnSpPr>
            <a:stCxn id="497" idx="4"/>
            <a:endCxn id="495" idx="0"/>
          </p:cNvCxnSpPr>
          <p:nvPr/>
        </p:nvCxnSpPr>
        <p:spPr>
          <a:xfrm>
            <a:off x="5934960" y="6274800"/>
            <a:ext cx="360" cy="1587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11" name="Straight Arrow Connector 171"/>
          <p:cNvCxnSpPr>
            <a:stCxn id="493" idx="3"/>
          </p:cNvCxnSpPr>
          <p:nvPr/>
        </p:nvCxnSpPr>
        <p:spPr>
          <a:xfrm>
            <a:off x="6834600" y="5167080"/>
            <a:ext cx="5821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12" name="Straight Arrow Connector 172"/>
          <p:cNvCxnSpPr>
            <a:stCxn id="499" idx="3"/>
          </p:cNvCxnSpPr>
          <p:nvPr/>
        </p:nvCxnSpPr>
        <p:spPr>
          <a:xfrm flipV="1">
            <a:off x="6834600" y="2184480"/>
            <a:ext cx="582120" cy="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13" name="Straight Arrow Connector 173"/>
          <p:cNvCxnSpPr>
            <a:stCxn id="492" idx="1"/>
            <a:endCxn id="496" idx="2"/>
          </p:cNvCxnSpPr>
          <p:nvPr/>
        </p:nvCxnSpPr>
        <p:spPr>
          <a:xfrm flipH="1">
            <a:off x="4761000" y="705600"/>
            <a:ext cx="2743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14" name="Rounded Rectangle 177"/>
          <p:cNvSpPr/>
          <p:nvPr/>
        </p:nvSpPr>
        <p:spPr>
          <a:xfrm>
            <a:off x="7104960" y="643320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15" name="Straight Arrow Connector 178"/>
          <p:cNvCxnSpPr>
            <a:stCxn id="498" idx="3"/>
            <a:endCxn id="491" idx="1"/>
          </p:cNvCxnSpPr>
          <p:nvPr/>
        </p:nvCxnSpPr>
        <p:spPr>
          <a:xfrm>
            <a:off x="4737240" y="18000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16" name="Straight Arrow Connector 181"/>
          <p:cNvCxnSpPr>
            <a:stCxn id="495" idx="3"/>
            <a:endCxn id="514" idx="1"/>
          </p:cNvCxnSpPr>
          <p:nvPr/>
        </p:nvCxnSpPr>
        <p:spPr>
          <a:xfrm>
            <a:off x="6834600" y="6613200"/>
            <a:ext cx="27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17" name="Rectangle 184"/>
          <p:cNvSpPr/>
          <p:nvPr/>
        </p:nvSpPr>
        <p:spPr>
          <a:xfrm>
            <a:off x="5574960" y="27439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Rectangle 186"/>
          <p:cNvSpPr/>
          <p:nvPr/>
        </p:nvSpPr>
        <p:spPr>
          <a:xfrm>
            <a:off x="6924960" y="20098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Rectangle 187"/>
          <p:cNvSpPr/>
          <p:nvPr/>
        </p:nvSpPr>
        <p:spPr>
          <a:xfrm>
            <a:off x="6924960" y="49870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Rectangle 188"/>
          <p:cNvSpPr/>
          <p:nvPr/>
        </p:nvSpPr>
        <p:spPr>
          <a:xfrm>
            <a:off x="5574960" y="57351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arallelogram 190"/>
          <p:cNvSpPr/>
          <p:nvPr/>
        </p:nvSpPr>
        <p:spPr>
          <a:xfrm>
            <a:off x="7416360" y="20048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Rectangle 191"/>
          <p:cNvSpPr/>
          <p:nvPr/>
        </p:nvSpPr>
        <p:spPr>
          <a:xfrm>
            <a:off x="7416360" y="25732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FAN MOTOR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3" name="Straight Arrow Connector 193"/>
          <p:cNvCxnSpPr>
            <a:endCxn id="522" idx="0"/>
          </p:cNvCxnSpPr>
          <p:nvPr/>
        </p:nvCxnSpPr>
        <p:spPr>
          <a:xfrm>
            <a:off x="8316360" y="2364480"/>
            <a:ext cx="360" cy="2091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24" name="Parallelogram 197"/>
          <p:cNvSpPr/>
          <p:nvPr/>
        </p:nvSpPr>
        <p:spPr>
          <a:xfrm>
            <a:off x="7416360" y="498708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Rectangle 198"/>
          <p:cNvSpPr/>
          <p:nvPr/>
        </p:nvSpPr>
        <p:spPr>
          <a:xfrm>
            <a:off x="7416360" y="5545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COMPRESSOR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6" name="Straight Arrow Connector 201"/>
          <p:cNvCxnSpPr>
            <a:endCxn id="525" idx="0"/>
          </p:cNvCxnSpPr>
          <p:nvPr/>
        </p:nvCxnSpPr>
        <p:spPr>
          <a:xfrm>
            <a:off x="8316360" y="5347080"/>
            <a:ext cx="360" cy="198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27" name="Elbow Connector 175"/>
          <p:cNvCxnSpPr>
            <a:stCxn id="496" idx="4"/>
            <a:endCxn id="500" idx="1"/>
          </p:cNvCxnSpPr>
          <p:nvPr/>
        </p:nvCxnSpPr>
        <p:spPr>
          <a:xfrm flipH="1" rot="16200000">
            <a:off x="4290840" y="522720"/>
            <a:ext cx="381960" cy="1107000"/>
          </a:xfrm>
          <a:prstGeom prst="bentConnector2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28" name="Elbow Connector 175"/>
          <p:cNvCxnSpPr>
            <a:stCxn id="522" idx="2"/>
            <a:endCxn id="500" idx="3"/>
          </p:cNvCxnSpPr>
          <p:nvPr/>
        </p:nvCxnSpPr>
        <p:spPr>
          <a:xfrm flipV="1" rot="16200000">
            <a:off x="6742440" y="1359000"/>
            <a:ext cx="1666440" cy="1482120"/>
          </a:xfrm>
          <a:prstGeom prst="bentConnector4">
            <a:avLst>
              <a:gd name="adj1" fmla="val -13742"/>
              <a:gd name="adj2" fmla="val -114237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29" name="Elbow Connector 175"/>
          <p:cNvCxnSpPr/>
          <p:nvPr/>
        </p:nvCxnSpPr>
        <p:spPr>
          <a:xfrm flipV="1" rot="16200000">
            <a:off x="6742080" y="4341240"/>
            <a:ext cx="1667160" cy="148176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Rounded Rectangle 8"/>
          <p:cNvSpPr/>
          <p:nvPr/>
        </p:nvSpPr>
        <p:spPr>
          <a:xfrm>
            <a:off x="1339920" y="305640"/>
            <a:ext cx="1799640" cy="443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FIRST INSPECTION (AIRTIGHT TEST)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Rectangle 9"/>
          <p:cNvSpPr/>
          <p:nvPr/>
        </p:nvSpPr>
        <p:spPr>
          <a:xfrm>
            <a:off x="1341720" y="11296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arallelogram 15"/>
          <p:cNvSpPr/>
          <p:nvPr/>
        </p:nvSpPr>
        <p:spPr>
          <a:xfrm>
            <a:off x="4674600" y="33706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Rounded Rectangle 17"/>
          <p:cNvSpPr/>
          <p:nvPr/>
        </p:nvSpPr>
        <p:spPr>
          <a:xfrm>
            <a:off x="160200" y="3481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Diamond 18"/>
          <p:cNvSpPr/>
          <p:nvPr/>
        </p:nvSpPr>
        <p:spPr>
          <a:xfrm>
            <a:off x="1477800" y="1770840"/>
            <a:ext cx="1523520" cy="94356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UNIT INVERTER?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5" name="Straight Arrow Connector 24"/>
          <p:cNvCxnSpPr>
            <a:stCxn id="530" idx="2"/>
            <a:endCxn id="531" idx="0"/>
          </p:cNvCxnSpPr>
          <p:nvPr/>
        </p:nvCxnSpPr>
        <p:spPr>
          <a:xfrm>
            <a:off x="2239920" y="749520"/>
            <a:ext cx="2160" cy="380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36" name="Straight Arrow Connector 39"/>
          <p:cNvCxnSpPr>
            <a:stCxn id="533" idx="3"/>
            <a:endCxn id="530" idx="1"/>
          </p:cNvCxnSpPr>
          <p:nvPr/>
        </p:nvCxnSpPr>
        <p:spPr>
          <a:xfrm flipV="1">
            <a:off x="519840" y="527760"/>
            <a:ext cx="820440" cy="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37" name="Rectangle 46"/>
          <p:cNvSpPr/>
          <p:nvPr/>
        </p:nvSpPr>
        <p:spPr>
          <a:xfrm>
            <a:off x="3230640" y="40338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Rectangle 41"/>
          <p:cNvSpPr/>
          <p:nvPr/>
        </p:nvSpPr>
        <p:spPr>
          <a:xfrm>
            <a:off x="2912400" y="201024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arallelogram 43"/>
          <p:cNvSpPr/>
          <p:nvPr/>
        </p:nvSpPr>
        <p:spPr>
          <a:xfrm>
            <a:off x="3521880" y="206280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 IF EXPANSION VALVE IS OPEN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0" name="Straight Arrow Connector 81"/>
          <p:cNvCxnSpPr>
            <a:stCxn id="534" idx="3"/>
            <a:endCxn id="539" idx="5"/>
          </p:cNvCxnSpPr>
          <p:nvPr/>
        </p:nvCxnSpPr>
        <p:spPr>
          <a:xfrm>
            <a:off x="3001320" y="2242800"/>
            <a:ext cx="5209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41" name="Straight Arrow Connector 84"/>
          <p:cNvCxnSpPr>
            <a:endCxn id="532" idx="0"/>
          </p:cNvCxnSpPr>
          <p:nvPr/>
        </p:nvCxnSpPr>
        <p:spPr>
          <a:xfrm>
            <a:off x="5574600" y="2957400"/>
            <a:ext cx="360" cy="4136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42" name="Straight Arrow Connector 5"/>
          <p:cNvCxnSpPr/>
          <p:nvPr/>
        </p:nvCxnSpPr>
        <p:spPr>
          <a:xfrm>
            <a:off x="5572440" y="3723840"/>
            <a:ext cx="360" cy="413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43" name="Rounded Rectangle 38"/>
          <p:cNvSpPr/>
          <p:nvPr/>
        </p:nvSpPr>
        <p:spPr>
          <a:xfrm>
            <a:off x="9857880" y="601812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Rectangle 2"/>
          <p:cNvSpPr/>
          <p:nvPr/>
        </p:nvSpPr>
        <p:spPr>
          <a:xfrm>
            <a:off x="4674600" y="4180680"/>
            <a:ext cx="1799640" cy="359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CONDUCT OF VACUUMING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5" name="Straight Arrow Connector 47"/>
          <p:cNvCxnSpPr/>
          <p:nvPr/>
        </p:nvCxnSpPr>
        <p:spPr>
          <a:xfrm>
            <a:off x="6474600" y="4360320"/>
            <a:ext cx="6501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46" name="Diamond 48"/>
          <p:cNvSpPr/>
          <p:nvPr/>
        </p:nvSpPr>
        <p:spPr>
          <a:xfrm>
            <a:off x="4786560" y="4920480"/>
            <a:ext cx="1575360" cy="10382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UNIT VACUUMED?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arallelogram 49"/>
          <p:cNvSpPr/>
          <p:nvPr/>
        </p:nvSpPr>
        <p:spPr>
          <a:xfrm>
            <a:off x="7002360" y="52578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 LIGHT ALARM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8" name="Straight Arrow Connector 50"/>
          <p:cNvCxnSpPr/>
          <p:nvPr/>
        </p:nvCxnSpPr>
        <p:spPr>
          <a:xfrm>
            <a:off x="6352200" y="5437800"/>
            <a:ext cx="6501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49" name="Rectangle 51"/>
          <p:cNvSpPr/>
          <p:nvPr/>
        </p:nvSpPr>
        <p:spPr>
          <a:xfrm>
            <a:off x="6234840" y="523692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0" name="Straight Arrow Connector 52"/>
          <p:cNvCxnSpPr/>
          <p:nvPr/>
        </p:nvCxnSpPr>
        <p:spPr>
          <a:xfrm>
            <a:off x="5572440" y="5971680"/>
            <a:ext cx="360" cy="413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51" name="Rectangle 53"/>
          <p:cNvSpPr/>
          <p:nvPr/>
        </p:nvSpPr>
        <p:spPr>
          <a:xfrm>
            <a:off x="4674600" y="64285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YET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Rounded Rectangle 8"/>
          <p:cNvSpPr/>
          <p:nvPr/>
        </p:nvSpPr>
        <p:spPr>
          <a:xfrm>
            <a:off x="9137880" y="5209920"/>
            <a:ext cx="1799640" cy="443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FIRST INSPECTION (AIRTIGHT TEST)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3" name="Straight Arrow Connector 57"/>
          <p:cNvCxnSpPr>
            <a:stCxn id="552" idx="2"/>
            <a:endCxn id="543" idx="0"/>
          </p:cNvCxnSpPr>
          <p:nvPr/>
        </p:nvCxnSpPr>
        <p:spPr>
          <a:xfrm>
            <a:off x="10037880" y="5653800"/>
            <a:ext cx="360" cy="3646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54" name="Straight Arrow Connector 60"/>
          <p:cNvCxnSpPr>
            <a:stCxn id="547" idx="2"/>
            <a:endCxn id="552" idx="1"/>
          </p:cNvCxnSpPr>
          <p:nvPr/>
        </p:nvCxnSpPr>
        <p:spPr>
          <a:xfrm flipV="1">
            <a:off x="8757360" y="5432040"/>
            <a:ext cx="380880" cy="6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55" name="Diamond 16"/>
          <p:cNvSpPr/>
          <p:nvPr/>
        </p:nvSpPr>
        <p:spPr>
          <a:xfrm>
            <a:off x="5842080" y="1648080"/>
            <a:ext cx="1803600" cy="11887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EXPANSION VALVE FULLY OPENED?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6" name="Straight Arrow Connector 20"/>
          <p:cNvCxnSpPr>
            <a:stCxn id="539" idx="2"/>
            <a:endCxn id="555" idx="1"/>
          </p:cNvCxnSpPr>
          <p:nvPr/>
        </p:nvCxnSpPr>
        <p:spPr>
          <a:xfrm flipV="1">
            <a:off x="5321520" y="2242440"/>
            <a:ext cx="520920" cy="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57" name="Elbow Connector 37"/>
          <p:cNvCxnSpPr>
            <a:stCxn id="555" idx="0"/>
            <a:endCxn id="539" idx="0"/>
          </p:cNvCxnSpPr>
          <p:nvPr/>
        </p:nvCxnSpPr>
        <p:spPr>
          <a:xfrm rot="5400000">
            <a:off x="5375520" y="694440"/>
            <a:ext cx="415080" cy="2322360"/>
          </a:xfrm>
          <a:prstGeom prst="bentConnector3">
            <a:avLst>
              <a:gd name="adj1" fmla="val -55121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58" name="Straight Arrow Connector 28"/>
          <p:cNvCxnSpPr>
            <a:stCxn id="531" idx="2"/>
            <a:endCxn id="534" idx="0"/>
          </p:cNvCxnSpPr>
          <p:nvPr/>
        </p:nvCxnSpPr>
        <p:spPr>
          <a:xfrm flipH="1">
            <a:off x="2239560" y="1489320"/>
            <a:ext cx="2520" cy="2818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59" name="Parallelogram 31"/>
          <p:cNvSpPr/>
          <p:nvPr/>
        </p:nvSpPr>
        <p:spPr>
          <a:xfrm>
            <a:off x="1339920" y="306900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AIRTIGHT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0" name="Straight Arrow Connector 32"/>
          <p:cNvCxnSpPr>
            <a:stCxn id="534" idx="2"/>
            <a:endCxn id="559" idx="0"/>
          </p:cNvCxnSpPr>
          <p:nvPr/>
        </p:nvCxnSpPr>
        <p:spPr>
          <a:xfrm>
            <a:off x="2239560" y="2714400"/>
            <a:ext cx="720" cy="354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61" name="Diamond 35"/>
          <p:cNvSpPr/>
          <p:nvPr/>
        </p:nvSpPr>
        <p:spPr>
          <a:xfrm>
            <a:off x="1335960" y="3658680"/>
            <a:ext cx="1803600" cy="11887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THERE LEAKS? CLOGS?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2" name="Elbow Connector 37"/>
          <p:cNvCxnSpPr>
            <a:stCxn id="561" idx="1"/>
            <a:endCxn id="559" idx="5"/>
          </p:cNvCxnSpPr>
          <p:nvPr/>
        </p:nvCxnSpPr>
        <p:spPr>
          <a:xfrm flipH="1" rot="10800000">
            <a:off x="1335600" y="3248640"/>
            <a:ext cx="4320" cy="1004400"/>
          </a:xfrm>
          <a:prstGeom prst="bentConnector3">
            <a:avLst>
              <a:gd name="adj1" fmla="val -10645454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63" name="Straight Arrow Connector 55"/>
          <p:cNvCxnSpPr>
            <a:stCxn id="544" idx="2"/>
            <a:endCxn id="546" idx="0"/>
          </p:cNvCxnSpPr>
          <p:nvPr/>
        </p:nvCxnSpPr>
        <p:spPr>
          <a:xfrm flipH="1">
            <a:off x="5574240" y="4540320"/>
            <a:ext cx="720" cy="380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64" name="Elbow Connector 37"/>
          <p:cNvCxnSpPr>
            <a:stCxn id="555" idx="2"/>
            <a:endCxn id="532" idx="0"/>
          </p:cNvCxnSpPr>
          <p:nvPr/>
        </p:nvCxnSpPr>
        <p:spPr>
          <a:xfrm rot="5400000">
            <a:off x="5892120" y="2518920"/>
            <a:ext cx="534240" cy="1169640"/>
          </a:xfrm>
          <a:prstGeom prst="bentConnector3">
            <a:avLst>
              <a:gd name="adj1" fmla="val 23398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65" name="Rectangle 69"/>
          <p:cNvSpPr/>
          <p:nvPr/>
        </p:nvSpPr>
        <p:spPr>
          <a:xfrm>
            <a:off x="6677280" y="286884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Rectangle 70"/>
          <p:cNvSpPr/>
          <p:nvPr/>
        </p:nvSpPr>
        <p:spPr>
          <a:xfrm>
            <a:off x="6352560" y="12200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7" name="Elbow Connector 37"/>
          <p:cNvCxnSpPr>
            <a:stCxn id="561" idx="3"/>
            <a:endCxn id="532" idx="5"/>
          </p:cNvCxnSpPr>
          <p:nvPr/>
        </p:nvCxnSpPr>
        <p:spPr>
          <a:xfrm flipV="1">
            <a:off x="3139560" y="3550680"/>
            <a:ext cx="1602360" cy="702720"/>
          </a:xfrm>
          <a:prstGeom prst="bentConnector3">
            <a:avLst>
              <a:gd name="adj1" fmla="val 50022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68" name="Rectangle 77"/>
          <p:cNvSpPr/>
          <p:nvPr/>
        </p:nvSpPr>
        <p:spPr>
          <a:xfrm>
            <a:off x="915480" y="433080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Rounded Rectangle 8"/>
          <p:cNvSpPr/>
          <p:nvPr/>
        </p:nvSpPr>
        <p:spPr>
          <a:xfrm>
            <a:off x="4822920" y="53352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Rectangle 9"/>
          <p:cNvSpPr/>
          <p:nvPr/>
        </p:nvSpPr>
        <p:spPr>
          <a:xfrm>
            <a:off x="4822920" y="10587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Rounded Rectangle 14"/>
          <p:cNvSpPr/>
          <p:nvPr/>
        </p:nvSpPr>
        <p:spPr>
          <a:xfrm>
            <a:off x="4822920" y="500904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arallelogram 15"/>
          <p:cNvSpPr/>
          <p:nvPr/>
        </p:nvSpPr>
        <p:spPr>
          <a:xfrm>
            <a:off x="4822920" y="20152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Rounded Rectangle 17"/>
          <p:cNvSpPr/>
          <p:nvPr/>
        </p:nvSpPr>
        <p:spPr>
          <a:xfrm>
            <a:off x="4165560" y="5335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Diamond 18"/>
          <p:cNvSpPr/>
          <p:nvPr/>
        </p:nvSpPr>
        <p:spPr>
          <a:xfrm>
            <a:off x="4822920" y="315216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GAS CHARGE FOR THE RUNNING MODEL?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Rectangle 19"/>
          <p:cNvSpPr/>
          <p:nvPr/>
        </p:nvSpPr>
        <p:spPr>
          <a:xfrm>
            <a:off x="4822920" y="25941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GAS CHARGING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Parallelogram 20"/>
          <p:cNvSpPr/>
          <p:nvPr/>
        </p:nvSpPr>
        <p:spPr>
          <a:xfrm>
            <a:off x="4822920" y="444024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GAS CHARGE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7" name="Straight Arrow Connector 24"/>
          <p:cNvCxnSpPr>
            <a:stCxn id="569" idx="2"/>
          </p:cNvCxnSpPr>
          <p:nvPr/>
        </p:nvCxnSpPr>
        <p:spPr>
          <a:xfrm flipH="1">
            <a:off x="5722560" y="893160"/>
            <a:ext cx="720" cy="165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78" name="Straight Arrow Connector 25"/>
          <p:cNvCxnSpPr>
            <a:stCxn id="570" idx="2"/>
          </p:cNvCxnSpPr>
          <p:nvPr/>
        </p:nvCxnSpPr>
        <p:spPr>
          <a:xfrm flipH="1">
            <a:off x="5722560" y="1418400"/>
            <a:ext cx="720" cy="597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79" name="Straight Arrow Connector 26"/>
          <p:cNvCxnSpPr>
            <a:stCxn id="575" idx="2"/>
            <a:endCxn id="574" idx="0"/>
          </p:cNvCxnSpPr>
          <p:nvPr/>
        </p:nvCxnSpPr>
        <p:spPr>
          <a:xfrm>
            <a:off x="5722920" y="2953800"/>
            <a:ext cx="360" cy="198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80" name="Straight Arrow Connector 27"/>
          <p:cNvCxnSpPr>
            <a:stCxn id="574" idx="2"/>
            <a:endCxn id="576" idx="0"/>
          </p:cNvCxnSpPr>
          <p:nvPr/>
        </p:nvCxnSpPr>
        <p:spPr>
          <a:xfrm>
            <a:off x="5722920" y="423180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81" name="Straight Arrow Connector 28"/>
          <p:cNvCxnSpPr>
            <a:stCxn id="576" idx="4"/>
            <a:endCxn id="571" idx="0"/>
          </p:cNvCxnSpPr>
          <p:nvPr/>
        </p:nvCxnSpPr>
        <p:spPr>
          <a:xfrm>
            <a:off x="5722920" y="479988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82" name="Elbow Connector 37"/>
          <p:cNvCxnSpPr>
            <a:stCxn id="583" idx="2"/>
            <a:endCxn id="575" idx="3"/>
          </p:cNvCxnSpPr>
          <p:nvPr/>
        </p:nvCxnSpPr>
        <p:spPr>
          <a:xfrm flipH="1" flipV="1">
            <a:off x="6622560" y="2774160"/>
            <a:ext cx="2262960" cy="918360"/>
          </a:xfrm>
          <a:prstGeom prst="bentConnector3">
            <a:avLst>
              <a:gd name="adj1" fmla="val -10119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84" name="Rounded Rectangle 38"/>
          <p:cNvSpPr/>
          <p:nvPr/>
        </p:nvSpPr>
        <p:spPr>
          <a:xfrm>
            <a:off x="6892920" y="50090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85" name="Straight Arrow Connector 39"/>
          <p:cNvCxnSpPr>
            <a:stCxn id="573" idx="3"/>
            <a:endCxn id="569" idx="1"/>
          </p:cNvCxnSpPr>
          <p:nvPr/>
        </p:nvCxnSpPr>
        <p:spPr>
          <a:xfrm>
            <a:off x="4525200" y="71352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86" name="Straight Arrow Connector 40"/>
          <p:cNvCxnSpPr>
            <a:stCxn id="571" idx="3"/>
            <a:endCxn id="584" idx="1"/>
          </p:cNvCxnSpPr>
          <p:nvPr/>
        </p:nvCxnSpPr>
        <p:spPr>
          <a:xfrm>
            <a:off x="6622560" y="5189040"/>
            <a:ext cx="27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587" name="Rectangle 45"/>
          <p:cNvSpPr/>
          <p:nvPr/>
        </p:nvSpPr>
        <p:spPr>
          <a:xfrm>
            <a:off x="5362920" y="42512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Rectangle 46"/>
          <p:cNvSpPr/>
          <p:nvPr/>
        </p:nvSpPr>
        <p:spPr>
          <a:xfrm>
            <a:off x="6674040" y="34909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arallelogram 48"/>
          <p:cNvSpPr/>
          <p:nvPr/>
        </p:nvSpPr>
        <p:spPr>
          <a:xfrm>
            <a:off x="7085520" y="351216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89" name="Straight Arrow Connector 51"/>
          <p:cNvCxnSpPr>
            <a:stCxn id="574" idx="3"/>
            <a:endCxn id="583" idx="5"/>
          </p:cNvCxnSpPr>
          <p:nvPr/>
        </p:nvCxnSpPr>
        <p:spPr>
          <a:xfrm>
            <a:off x="6622560" y="3692160"/>
            <a:ext cx="4633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90" name="Straight Arrow Connector 30"/>
          <p:cNvCxnSpPr>
            <a:stCxn id="572" idx="4"/>
            <a:endCxn id="575" idx="0"/>
          </p:cNvCxnSpPr>
          <p:nvPr/>
        </p:nvCxnSpPr>
        <p:spPr>
          <a:xfrm>
            <a:off x="5722920" y="2374920"/>
            <a:ext cx="360" cy="219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Rounded Rectangle 1"/>
          <p:cNvSpPr/>
          <p:nvPr/>
        </p:nvSpPr>
        <p:spPr>
          <a:xfrm>
            <a:off x="4835880" y="4032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Rounded Rectangle 5"/>
          <p:cNvSpPr/>
          <p:nvPr/>
        </p:nvSpPr>
        <p:spPr>
          <a:xfrm>
            <a:off x="4835880" y="646164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Rounded Rectangle 7"/>
          <p:cNvSpPr/>
          <p:nvPr/>
        </p:nvSpPr>
        <p:spPr>
          <a:xfrm>
            <a:off x="4195080" y="4176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Diamond 8"/>
          <p:cNvSpPr/>
          <p:nvPr/>
        </p:nvSpPr>
        <p:spPr>
          <a:xfrm>
            <a:off x="4849200" y="202932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AN INVERTER MODEL?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Rectangle 9"/>
          <p:cNvSpPr/>
          <p:nvPr/>
        </p:nvSpPr>
        <p:spPr>
          <a:xfrm>
            <a:off x="4849200" y="3580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BY1 SCANNING OF CONTROL BOARD COMPLETE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Parallelogram 10"/>
          <p:cNvSpPr/>
          <p:nvPr/>
        </p:nvSpPr>
        <p:spPr>
          <a:xfrm>
            <a:off x="4835880" y="589284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CONTROL BOARD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7" name="Straight Arrow Connector 15"/>
          <p:cNvCxnSpPr>
            <a:stCxn id="596" idx="4"/>
            <a:endCxn id="592" idx="0"/>
          </p:cNvCxnSpPr>
          <p:nvPr/>
        </p:nvCxnSpPr>
        <p:spPr>
          <a:xfrm>
            <a:off x="5735880" y="625248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98" name="Straight Arrow Connector 19"/>
          <p:cNvCxnSpPr>
            <a:stCxn id="593" idx="3"/>
            <a:endCxn id="591" idx="1"/>
          </p:cNvCxnSpPr>
          <p:nvPr/>
        </p:nvCxnSpPr>
        <p:spPr>
          <a:xfrm flipV="1">
            <a:off x="4554720" y="220320"/>
            <a:ext cx="281520" cy="1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599" name="Straight Arrow Connector 20"/>
          <p:cNvCxnSpPr>
            <a:stCxn id="592" idx="3"/>
            <a:endCxn id="600" idx="1"/>
          </p:cNvCxnSpPr>
          <p:nvPr/>
        </p:nvCxnSpPr>
        <p:spPr>
          <a:xfrm>
            <a:off x="6635520" y="6641640"/>
            <a:ext cx="3376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01" name="Rectangle 21"/>
          <p:cNvSpPr/>
          <p:nvPr/>
        </p:nvSpPr>
        <p:spPr>
          <a:xfrm>
            <a:off x="6641640" y="26924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Rectangle 22"/>
          <p:cNvSpPr/>
          <p:nvPr/>
        </p:nvSpPr>
        <p:spPr>
          <a:xfrm>
            <a:off x="6652440" y="49582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arallelogram 23"/>
          <p:cNvSpPr/>
          <p:nvPr/>
        </p:nvSpPr>
        <p:spPr>
          <a:xfrm>
            <a:off x="9065160" y="354564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Diamond 29"/>
          <p:cNvSpPr/>
          <p:nvPr/>
        </p:nvSpPr>
        <p:spPr>
          <a:xfrm>
            <a:off x="4835880" y="460404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CONTROL BOARD COMPLETE?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Rectangle 31"/>
          <p:cNvSpPr/>
          <p:nvPr/>
        </p:nvSpPr>
        <p:spPr>
          <a:xfrm>
            <a:off x="7119360" y="23893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X 1 SCANNING OF OUTDOOR PCB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Diamond 32"/>
          <p:cNvSpPr/>
          <p:nvPr/>
        </p:nvSpPr>
        <p:spPr>
          <a:xfrm>
            <a:off x="7119360" y="318096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OUTDOOR PCB?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Rectangle 33"/>
          <p:cNvSpPr/>
          <p:nvPr/>
        </p:nvSpPr>
        <p:spPr>
          <a:xfrm>
            <a:off x="9065160" y="408564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OUTDOOR PCB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Parallelogram 34"/>
          <p:cNvSpPr/>
          <p:nvPr/>
        </p:nvSpPr>
        <p:spPr>
          <a:xfrm>
            <a:off x="7085880" y="496404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Rectangle 35"/>
          <p:cNvSpPr/>
          <p:nvPr/>
        </p:nvSpPr>
        <p:spPr>
          <a:xfrm>
            <a:off x="7085880" y="56646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CONTROL BOARD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0" name="Straight Arrow Connector 45"/>
          <p:cNvCxnSpPr>
            <a:stCxn id="594" idx="2"/>
            <a:endCxn id="595" idx="0"/>
          </p:cNvCxnSpPr>
          <p:nvPr/>
        </p:nvCxnSpPr>
        <p:spPr>
          <a:xfrm>
            <a:off x="5749200" y="3108960"/>
            <a:ext cx="360" cy="471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11" name="Straight Arrow Connector 48"/>
          <p:cNvCxnSpPr>
            <a:stCxn id="595" idx="2"/>
            <a:endCxn id="604" idx="0"/>
          </p:cNvCxnSpPr>
          <p:nvPr/>
        </p:nvCxnSpPr>
        <p:spPr>
          <a:xfrm flipH="1">
            <a:off x="5735880" y="3939840"/>
            <a:ext cx="13680" cy="6645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12" name="Straight Arrow Connector 52"/>
          <p:cNvCxnSpPr>
            <a:stCxn id="604" idx="2"/>
            <a:endCxn id="596" idx="0"/>
          </p:cNvCxnSpPr>
          <p:nvPr/>
        </p:nvCxnSpPr>
        <p:spPr>
          <a:xfrm>
            <a:off x="5735880" y="568368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13" name="Parallelogram 55"/>
          <p:cNvSpPr/>
          <p:nvPr/>
        </p:nvSpPr>
        <p:spPr>
          <a:xfrm>
            <a:off x="7119360" y="43894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OUTDOOR PCB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4" name="Straight Arrow Connector 57"/>
          <p:cNvCxnSpPr>
            <a:stCxn id="604" idx="3"/>
            <a:endCxn id="608" idx="5"/>
          </p:cNvCxnSpPr>
          <p:nvPr/>
        </p:nvCxnSpPr>
        <p:spPr>
          <a:xfrm>
            <a:off x="6635520" y="5144040"/>
            <a:ext cx="45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15" name="Elbow Connector 61"/>
          <p:cNvCxnSpPr>
            <a:stCxn id="613" idx="5"/>
            <a:endCxn id="595" idx="3"/>
          </p:cNvCxnSpPr>
          <p:nvPr/>
        </p:nvCxnSpPr>
        <p:spPr>
          <a:xfrm rot="10800000">
            <a:off x="6648480" y="3760200"/>
            <a:ext cx="537840" cy="809640"/>
          </a:xfrm>
          <a:prstGeom prst="bentConnector3">
            <a:avLst>
              <a:gd name="adj1" fmla="val 49966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16" name="Straight Arrow Connector 65"/>
          <p:cNvCxnSpPr>
            <a:stCxn id="605" idx="2"/>
            <a:endCxn id="606" idx="0"/>
          </p:cNvCxnSpPr>
          <p:nvPr/>
        </p:nvCxnSpPr>
        <p:spPr>
          <a:xfrm>
            <a:off x="8019360" y="2748960"/>
            <a:ext cx="360" cy="432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17" name="Straight Arrow Connector 70"/>
          <p:cNvCxnSpPr>
            <a:stCxn id="606" idx="2"/>
            <a:endCxn id="613" idx="0"/>
          </p:cNvCxnSpPr>
          <p:nvPr/>
        </p:nvCxnSpPr>
        <p:spPr>
          <a:xfrm>
            <a:off x="8019360" y="4260600"/>
            <a:ext cx="360" cy="129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18" name="Straight Arrow Connector 78"/>
          <p:cNvCxnSpPr>
            <a:stCxn id="606" idx="3"/>
            <a:endCxn id="603" idx="5"/>
          </p:cNvCxnSpPr>
          <p:nvPr/>
        </p:nvCxnSpPr>
        <p:spPr>
          <a:xfrm>
            <a:off x="8919000" y="3720960"/>
            <a:ext cx="146520" cy="50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19" name="Straight Arrow Connector 83"/>
          <p:cNvCxnSpPr>
            <a:stCxn id="603" idx="4"/>
            <a:endCxn id="607" idx="0"/>
          </p:cNvCxnSpPr>
          <p:nvPr/>
        </p:nvCxnSpPr>
        <p:spPr>
          <a:xfrm>
            <a:off x="9965160" y="3905280"/>
            <a:ext cx="360" cy="18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20" name="Straight Arrow Connector 86"/>
          <p:cNvCxnSpPr>
            <a:stCxn id="608" idx="4"/>
            <a:endCxn id="609" idx="0"/>
          </p:cNvCxnSpPr>
          <p:nvPr/>
        </p:nvCxnSpPr>
        <p:spPr>
          <a:xfrm>
            <a:off x="7985880" y="5323680"/>
            <a:ext cx="360" cy="341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21" name="Straight Arrow Connector 90"/>
          <p:cNvCxnSpPr>
            <a:stCxn id="594" idx="3"/>
            <a:endCxn id="605" idx="1"/>
          </p:cNvCxnSpPr>
          <p:nvPr/>
        </p:nvCxnSpPr>
        <p:spPr>
          <a:xfrm>
            <a:off x="6648840" y="2569320"/>
            <a:ext cx="4708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22" name="Rectangle 93"/>
          <p:cNvSpPr/>
          <p:nvPr/>
        </p:nvSpPr>
        <p:spPr>
          <a:xfrm>
            <a:off x="5375880" y="56962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Rectangle 94"/>
          <p:cNvSpPr/>
          <p:nvPr/>
        </p:nvSpPr>
        <p:spPr>
          <a:xfrm>
            <a:off x="8812440" y="35341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Rectangle 95"/>
          <p:cNvSpPr/>
          <p:nvPr/>
        </p:nvSpPr>
        <p:spPr>
          <a:xfrm>
            <a:off x="7625880" y="42350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Rectangle 96"/>
          <p:cNvSpPr/>
          <p:nvPr/>
        </p:nvSpPr>
        <p:spPr>
          <a:xfrm>
            <a:off x="5375880" y="34088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Rounded Rectangle 97"/>
          <p:cNvSpPr/>
          <p:nvPr/>
        </p:nvSpPr>
        <p:spPr>
          <a:xfrm>
            <a:off x="6972840" y="646164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Rectangle 64"/>
          <p:cNvSpPr/>
          <p:nvPr/>
        </p:nvSpPr>
        <p:spPr>
          <a:xfrm>
            <a:off x="4835880" y="5335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arallelogram 66"/>
          <p:cNvSpPr/>
          <p:nvPr/>
        </p:nvSpPr>
        <p:spPr>
          <a:xfrm>
            <a:off x="4852440" y="113076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8" name="Straight Arrow Connector 67"/>
          <p:cNvCxnSpPr>
            <a:stCxn id="591" idx="2"/>
            <a:endCxn id="626" idx="0"/>
          </p:cNvCxnSpPr>
          <p:nvPr/>
        </p:nvCxnSpPr>
        <p:spPr>
          <a:xfrm>
            <a:off x="5735880" y="399960"/>
            <a:ext cx="360" cy="133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29" name="Straight Arrow Connector 68"/>
          <p:cNvCxnSpPr>
            <a:stCxn id="626" idx="2"/>
          </p:cNvCxnSpPr>
          <p:nvPr/>
        </p:nvCxnSpPr>
        <p:spPr>
          <a:xfrm flipH="1">
            <a:off x="5735520" y="893160"/>
            <a:ext cx="720" cy="223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30" name="Elbow Connector 84"/>
          <p:cNvCxnSpPr>
            <a:stCxn id="627" idx="4"/>
            <a:endCxn id="594" idx="1"/>
          </p:cNvCxnSpPr>
          <p:nvPr/>
        </p:nvCxnSpPr>
        <p:spPr>
          <a:xfrm rot="5400000">
            <a:off x="4761000" y="1578240"/>
            <a:ext cx="1079280" cy="903600"/>
          </a:xfrm>
          <a:prstGeom prst="bentConnector4">
            <a:avLst>
              <a:gd name="adj1" fmla="val 24991"/>
              <a:gd name="adj2" fmla="val 125308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31" name="Rounded Rectangle 7"/>
          <p:cNvSpPr/>
          <p:nvPr/>
        </p:nvSpPr>
        <p:spPr>
          <a:xfrm>
            <a:off x="3409200" y="358884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2" name="Straight Arrow Connector 3"/>
          <p:cNvCxnSpPr>
            <a:stCxn id="631" idx="3"/>
            <a:endCxn id="595" idx="1"/>
          </p:cNvCxnSpPr>
          <p:nvPr/>
        </p:nvCxnSpPr>
        <p:spPr>
          <a:xfrm flipV="1">
            <a:off x="3768840" y="3760200"/>
            <a:ext cx="1080720" cy="9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33" name="Elbow Connector 84"/>
          <p:cNvCxnSpPr>
            <a:stCxn id="607" idx="2"/>
            <a:endCxn id="605" idx="3"/>
          </p:cNvCxnSpPr>
          <p:nvPr/>
        </p:nvCxnSpPr>
        <p:spPr>
          <a:xfrm flipV="1" rot="16200000">
            <a:off x="8504280" y="2984040"/>
            <a:ext cx="1876320" cy="1046520"/>
          </a:xfrm>
          <a:prstGeom prst="bentConnector4">
            <a:avLst>
              <a:gd name="adj1" fmla="val -12204"/>
              <a:gd name="adj2" fmla="val -95182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Rounded Rectangle 1"/>
          <p:cNvSpPr/>
          <p:nvPr/>
        </p:nvSpPr>
        <p:spPr>
          <a:xfrm>
            <a:off x="4975560" y="15876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Rectangle 2"/>
          <p:cNvSpPr/>
          <p:nvPr/>
        </p:nvSpPr>
        <p:spPr>
          <a:xfrm>
            <a:off x="4975560" y="7113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Rounded Rectangle 5"/>
          <p:cNvSpPr/>
          <p:nvPr/>
        </p:nvSpPr>
        <p:spPr>
          <a:xfrm>
            <a:off x="4975560" y="628164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arallelogram 6"/>
          <p:cNvSpPr/>
          <p:nvPr/>
        </p:nvSpPr>
        <p:spPr>
          <a:xfrm>
            <a:off x="4975560" y="129816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AND ITS SAFETY PARTS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Rectangle 9"/>
          <p:cNvSpPr/>
          <p:nvPr/>
        </p:nvSpPr>
        <p:spPr>
          <a:xfrm>
            <a:off x="4975560" y="18766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SAFETY PARTS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arallelogram 10"/>
          <p:cNvSpPr/>
          <p:nvPr/>
        </p:nvSpPr>
        <p:spPr>
          <a:xfrm>
            <a:off x="4975560" y="373032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SAFETY PARTS CHECKED/RECORDED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0" name="Straight Arrow Connector 11"/>
          <p:cNvCxnSpPr>
            <a:stCxn id="634" idx="2"/>
            <a:endCxn id="635" idx="0"/>
          </p:cNvCxnSpPr>
          <p:nvPr/>
        </p:nvCxnSpPr>
        <p:spPr>
          <a:xfrm>
            <a:off x="5875560" y="518400"/>
            <a:ext cx="360" cy="193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41" name="Straight Arrow Connector 12"/>
          <p:cNvCxnSpPr>
            <a:stCxn id="635" idx="2"/>
            <a:endCxn id="637" idx="0"/>
          </p:cNvCxnSpPr>
          <p:nvPr/>
        </p:nvCxnSpPr>
        <p:spPr>
          <a:xfrm>
            <a:off x="5875560" y="1071000"/>
            <a:ext cx="360" cy="227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42" name="Straight Arrow Connector 13"/>
          <p:cNvCxnSpPr>
            <a:stCxn id="637" idx="4"/>
            <a:endCxn id="638" idx="0"/>
          </p:cNvCxnSpPr>
          <p:nvPr/>
        </p:nvCxnSpPr>
        <p:spPr>
          <a:xfrm>
            <a:off x="5875560" y="1657800"/>
            <a:ext cx="360" cy="219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43" name="Straight Arrow Connector 17"/>
          <p:cNvCxnSpPr>
            <a:stCxn id="636" idx="3"/>
            <a:endCxn id="644" idx="1"/>
          </p:cNvCxnSpPr>
          <p:nvPr/>
        </p:nvCxnSpPr>
        <p:spPr>
          <a:xfrm>
            <a:off x="6775200" y="6461640"/>
            <a:ext cx="35460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45" name="Rectangle 19"/>
          <p:cNvSpPr/>
          <p:nvPr/>
        </p:nvSpPr>
        <p:spPr>
          <a:xfrm>
            <a:off x="6792120" y="27957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Diamond 21"/>
          <p:cNvSpPr/>
          <p:nvPr/>
        </p:nvSpPr>
        <p:spPr>
          <a:xfrm>
            <a:off x="4975560" y="244152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SAFETY PART(s) FOR THE RUNNING MODEL?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Parallelogram 25"/>
          <p:cNvSpPr/>
          <p:nvPr/>
        </p:nvSpPr>
        <p:spPr>
          <a:xfrm>
            <a:off x="7225560" y="280152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Rectangle 26"/>
          <p:cNvSpPr/>
          <p:nvPr/>
        </p:nvSpPr>
        <p:spPr>
          <a:xfrm>
            <a:off x="7225560" y="3502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SAFETY PART(s)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9" name="Straight Arrow Connector 29"/>
          <p:cNvCxnSpPr>
            <a:stCxn id="638" idx="2"/>
            <a:endCxn id="646" idx="0"/>
          </p:cNvCxnSpPr>
          <p:nvPr/>
        </p:nvCxnSpPr>
        <p:spPr>
          <a:xfrm>
            <a:off x="5875560" y="2236320"/>
            <a:ext cx="360" cy="2055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50" name="Straight Arrow Connector 30"/>
          <p:cNvCxnSpPr>
            <a:stCxn id="646" idx="2"/>
            <a:endCxn id="639" idx="0"/>
          </p:cNvCxnSpPr>
          <p:nvPr/>
        </p:nvCxnSpPr>
        <p:spPr>
          <a:xfrm>
            <a:off x="5875560" y="352116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51" name="Straight Arrow Connector 32"/>
          <p:cNvCxnSpPr>
            <a:stCxn id="646" idx="3"/>
            <a:endCxn id="647" idx="5"/>
          </p:cNvCxnSpPr>
          <p:nvPr/>
        </p:nvCxnSpPr>
        <p:spPr>
          <a:xfrm>
            <a:off x="6775200" y="2981520"/>
            <a:ext cx="45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52" name="Straight Arrow Connector 38"/>
          <p:cNvCxnSpPr>
            <a:stCxn id="647" idx="4"/>
            <a:endCxn id="648" idx="0"/>
          </p:cNvCxnSpPr>
          <p:nvPr/>
        </p:nvCxnSpPr>
        <p:spPr>
          <a:xfrm>
            <a:off x="8125560" y="3161160"/>
            <a:ext cx="360" cy="341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53" name="Rectangle 40"/>
          <p:cNvSpPr/>
          <p:nvPr/>
        </p:nvSpPr>
        <p:spPr>
          <a:xfrm>
            <a:off x="5515560" y="35337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Rounded Rectangle 53"/>
          <p:cNvSpPr/>
          <p:nvPr/>
        </p:nvSpPr>
        <p:spPr>
          <a:xfrm>
            <a:off x="7129440" y="628164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Rectangle 57"/>
          <p:cNvSpPr/>
          <p:nvPr/>
        </p:nvSpPr>
        <p:spPr>
          <a:xfrm>
            <a:off x="4975560" y="4273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ASSEMBLY OF CONTROL BOARD COMPLETE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Rectangle 61"/>
          <p:cNvSpPr/>
          <p:nvPr/>
        </p:nvSpPr>
        <p:spPr>
          <a:xfrm>
            <a:off x="4975560" y="48448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CONTROL BOARD COMPLETE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Parallelogram 64"/>
          <p:cNvSpPr/>
          <p:nvPr/>
        </p:nvSpPr>
        <p:spPr>
          <a:xfrm>
            <a:off x="4975560" y="5510520"/>
            <a:ext cx="1799640" cy="53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COUNT ON HOW MANY CONTROL BOARD COMPLETE WAS ASSEMBLED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7" name="Straight Arrow Connector 67"/>
          <p:cNvCxnSpPr>
            <a:stCxn id="639" idx="4"/>
            <a:endCxn id="654" idx="0"/>
          </p:cNvCxnSpPr>
          <p:nvPr/>
        </p:nvCxnSpPr>
        <p:spPr>
          <a:xfrm>
            <a:off x="5875560" y="4089960"/>
            <a:ext cx="360" cy="183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58" name="Straight Arrow Connector 70"/>
          <p:cNvCxnSpPr>
            <a:stCxn id="654" idx="2"/>
            <a:endCxn id="655" idx="0"/>
          </p:cNvCxnSpPr>
          <p:nvPr/>
        </p:nvCxnSpPr>
        <p:spPr>
          <a:xfrm>
            <a:off x="5875560" y="4632840"/>
            <a:ext cx="360" cy="2124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59" name="Straight Arrow Connector 75"/>
          <p:cNvCxnSpPr>
            <a:stCxn id="655" idx="2"/>
            <a:endCxn id="656" idx="0"/>
          </p:cNvCxnSpPr>
          <p:nvPr/>
        </p:nvCxnSpPr>
        <p:spPr>
          <a:xfrm>
            <a:off x="5875560" y="5204520"/>
            <a:ext cx="360" cy="306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60" name="Straight Arrow Connector 78"/>
          <p:cNvCxnSpPr>
            <a:stCxn id="656" idx="4"/>
            <a:endCxn id="636" idx="0"/>
          </p:cNvCxnSpPr>
          <p:nvPr/>
        </p:nvCxnSpPr>
        <p:spPr>
          <a:xfrm>
            <a:off x="5875560" y="6050160"/>
            <a:ext cx="360" cy="2318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61" name="Rounded Rectangle 97"/>
          <p:cNvSpPr/>
          <p:nvPr/>
        </p:nvSpPr>
        <p:spPr>
          <a:xfrm>
            <a:off x="4298400" y="15876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2" name="Straight Arrow Connector 71"/>
          <p:cNvCxnSpPr>
            <a:stCxn id="661" idx="3"/>
            <a:endCxn id="634" idx="1"/>
          </p:cNvCxnSpPr>
          <p:nvPr/>
        </p:nvCxnSpPr>
        <p:spPr>
          <a:xfrm>
            <a:off x="4658040" y="338760"/>
            <a:ext cx="3178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63" name="Elbow Connector 84"/>
          <p:cNvCxnSpPr>
            <a:stCxn id="648" idx="2"/>
            <a:endCxn id="638" idx="3"/>
          </p:cNvCxnSpPr>
          <p:nvPr/>
        </p:nvCxnSpPr>
        <p:spPr>
          <a:xfrm flipV="1" rot="16200000">
            <a:off x="6547680" y="2283840"/>
            <a:ext cx="1805400" cy="1350720"/>
          </a:xfrm>
          <a:prstGeom prst="bentConnector4">
            <a:avLst>
              <a:gd name="adj1" fmla="val -12684"/>
              <a:gd name="adj2" fmla="val -119834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Rounded Rectangle 8"/>
          <p:cNvSpPr/>
          <p:nvPr/>
        </p:nvSpPr>
        <p:spPr>
          <a:xfrm>
            <a:off x="2310480" y="237600"/>
            <a:ext cx="2009880" cy="401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INSPECTION 2 (WIRING AND CONSTRUCTION)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Rectangle 9"/>
          <p:cNvSpPr/>
          <p:nvPr/>
        </p:nvSpPr>
        <p:spPr>
          <a:xfrm>
            <a:off x="2415600" y="844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Rounded Rectangle 14"/>
          <p:cNvSpPr/>
          <p:nvPr/>
        </p:nvSpPr>
        <p:spPr>
          <a:xfrm>
            <a:off x="7905600" y="12042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arallelogram 15"/>
          <p:cNvSpPr/>
          <p:nvPr/>
        </p:nvSpPr>
        <p:spPr>
          <a:xfrm>
            <a:off x="2415600" y="180072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Rounded Rectangle 17"/>
          <p:cNvSpPr/>
          <p:nvPr/>
        </p:nvSpPr>
        <p:spPr>
          <a:xfrm>
            <a:off x="1770480" y="2588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Diamond 18"/>
          <p:cNvSpPr/>
          <p:nvPr/>
        </p:nvSpPr>
        <p:spPr>
          <a:xfrm>
            <a:off x="2415600" y="293760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UNIT HAVE THE CORRECT SEQUENCE OF WIRINGS?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Rectangle 19"/>
          <p:cNvSpPr/>
          <p:nvPr/>
        </p:nvSpPr>
        <p:spPr>
          <a:xfrm>
            <a:off x="2415600" y="23796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OF WIRING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Parallelogram 20"/>
          <p:cNvSpPr/>
          <p:nvPr/>
        </p:nvSpPr>
        <p:spPr>
          <a:xfrm>
            <a:off x="2415600" y="42256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AND RECORD: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2" name="Straight Arrow Connector 24"/>
          <p:cNvCxnSpPr>
            <a:stCxn id="664" idx="2"/>
            <a:endCxn id="665" idx="0"/>
          </p:cNvCxnSpPr>
          <p:nvPr/>
        </p:nvCxnSpPr>
        <p:spPr>
          <a:xfrm>
            <a:off x="3315600" y="639360"/>
            <a:ext cx="360" cy="205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73" name="Straight Arrow Connector 25"/>
          <p:cNvCxnSpPr>
            <a:stCxn id="665" idx="2"/>
          </p:cNvCxnSpPr>
          <p:nvPr/>
        </p:nvCxnSpPr>
        <p:spPr>
          <a:xfrm>
            <a:off x="3315600" y="1203840"/>
            <a:ext cx="360" cy="597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74" name="Straight Arrow Connector 26"/>
          <p:cNvCxnSpPr>
            <a:stCxn id="670" idx="2"/>
            <a:endCxn id="669" idx="0"/>
          </p:cNvCxnSpPr>
          <p:nvPr/>
        </p:nvCxnSpPr>
        <p:spPr>
          <a:xfrm>
            <a:off x="3315600" y="2739240"/>
            <a:ext cx="360" cy="198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75" name="Straight Arrow Connector 27"/>
          <p:cNvCxnSpPr>
            <a:stCxn id="669" idx="2"/>
            <a:endCxn id="671" idx="0"/>
          </p:cNvCxnSpPr>
          <p:nvPr/>
        </p:nvCxnSpPr>
        <p:spPr>
          <a:xfrm>
            <a:off x="3315600" y="401724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76" name="Elbow Connector 37"/>
          <p:cNvCxnSpPr>
            <a:endCxn id="670" idx="3"/>
          </p:cNvCxnSpPr>
          <p:nvPr/>
        </p:nvCxnSpPr>
        <p:spPr>
          <a:xfrm flipH="1" flipV="1">
            <a:off x="4215240" y="2559600"/>
            <a:ext cx="2262960" cy="918360"/>
          </a:xfrm>
          <a:prstGeom prst="bentConnector3">
            <a:avLst>
              <a:gd name="adj1" fmla="val -10119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77" name="Rounded Rectangle 38"/>
          <p:cNvSpPr/>
          <p:nvPr/>
        </p:nvSpPr>
        <p:spPr>
          <a:xfrm>
            <a:off x="9975600" y="120420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78" name="Straight Arrow Connector 39"/>
          <p:cNvCxnSpPr>
            <a:stCxn id="668" idx="3"/>
            <a:endCxn id="664" idx="1"/>
          </p:cNvCxnSpPr>
          <p:nvPr/>
        </p:nvCxnSpPr>
        <p:spPr>
          <a:xfrm flipV="1">
            <a:off x="2130120" y="438480"/>
            <a:ext cx="180720" cy="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79" name="Straight Arrow Connector 40"/>
          <p:cNvCxnSpPr>
            <a:stCxn id="666" idx="3"/>
            <a:endCxn id="677" idx="1"/>
          </p:cNvCxnSpPr>
          <p:nvPr/>
        </p:nvCxnSpPr>
        <p:spPr>
          <a:xfrm>
            <a:off x="9705240" y="1384200"/>
            <a:ext cx="27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80" name="Rectangle 45"/>
          <p:cNvSpPr/>
          <p:nvPr/>
        </p:nvSpPr>
        <p:spPr>
          <a:xfrm>
            <a:off x="2955600" y="40366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Rectangle 46"/>
          <p:cNvSpPr/>
          <p:nvPr/>
        </p:nvSpPr>
        <p:spPr>
          <a:xfrm>
            <a:off x="4266720" y="32763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arallelogram 48"/>
          <p:cNvSpPr/>
          <p:nvPr/>
        </p:nvSpPr>
        <p:spPr>
          <a:xfrm>
            <a:off x="4678200" y="32976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3" name="Straight Arrow Connector 51"/>
          <p:cNvCxnSpPr>
            <a:stCxn id="669" idx="3"/>
          </p:cNvCxnSpPr>
          <p:nvPr/>
        </p:nvCxnSpPr>
        <p:spPr>
          <a:xfrm>
            <a:off x="4215240" y="3477600"/>
            <a:ext cx="4629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84" name="Straight Arrow Connector 30"/>
          <p:cNvCxnSpPr>
            <a:stCxn id="667" idx="4"/>
            <a:endCxn id="670" idx="0"/>
          </p:cNvCxnSpPr>
          <p:nvPr/>
        </p:nvCxnSpPr>
        <p:spPr>
          <a:xfrm>
            <a:off x="3315600" y="2160360"/>
            <a:ext cx="360" cy="219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85" name="Rectangle 1"/>
          <p:cNvSpPr/>
          <p:nvPr/>
        </p:nvSpPr>
        <p:spPr>
          <a:xfrm>
            <a:off x="4678200" y="23688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REWORK WIRING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Rectangle 2"/>
          <p:cNvSpPr/>
          <p:nvPr/>
        </p:nvSpPr>
        <p:spPr>
          <a:xfrm>
            <a:off x="2415600" y="48330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OF CONSTRUCTION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7" name="Straight Arrow Connector 3"/>
          <p:cNvCxnSpPr>
            <a:stCxn id="671" idx="4"/>
            <a:endCxn id="686" idx="0"/>
          </p:cNvCxnSpPr>
          <p:nvPr/>
        </p:nvCxnSpPr>
        <p:spPr>
          <a:xfrm>
            <a:off x="3315600" y="4585320"/>
            <a:ext cx="360" cy="2480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88" name="Diamond 6"/>
          <p:cNvSpPr/>
          <p:nvPr/>
        </p:nvSpPr>
        <p:spPr>
          <a:xfrm>
            <a:off x="2291040" y="5439960"/>
            <a:ext cx="2049120" cy="122940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THERE TOUCHING MATERIALS? MISALIGNED TUBES? LACKING PARTS?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9" name="Straight Arrow Connector 7"/>
          <p:cNvCxnSpPr>
            <a:stCxn id="686" idx="2"/>
            <a:endCxn id="688" idx="0"/>
          </p:cNvCxnSpPr>
          <p:nvPr/>
        </p:nvCxnSpPr>
        <p:spPr>
          <a:xfrm>
            <a:off x="3315600" y="5192640"/>
            <a:ext cx="360" cy="2476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690" name="Elbow Connector 37"/>
          <p:cNvCxnSpPr>
            <a:endCxn id="686" idx="3"/>
          </p:cNvCxnSpPr>
          <p:nvPr/>
        </p:nvCxnSpPr>
        <p:spPr>
          <a:xfrm flipH="1" flipV="1">
            <a:off x="4215240" y="5013000"/>
            <a:ext cx="2421360" cy="1048320"/>
          </a:xfrm>
          <a:prstGeom prst="bentConnector3">
            <a:avLst>
              <a:gd name="adj1" fmla="val -9457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91" name="Rectangle 13"/>
          <p:cNvSpPr/>
          <p:nvPr/>
        </p:nvSpPr>
        <p:spPr>
          <a:xfrm>
            <a:off x="4425120" y="57402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Parallelogram 16"/>
          <p:cNvSpPr/>
          <p:nvPr/>
        </p:nvSpPr>
        <p:spPr>
          <a:xfrm>
            <a:off x="4836600" y="588132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SCAN: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3" name="Straight Arrow Connector 21"/>
          <p:cNvCxnSpPr/>
          <p:nvPr/>
        </p:nvCxnSpPr>
        <p:spPr>
          <a:xfrm>
            <a:off x="4373640" y="6060960"/>
            <a:ext cx="4629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94" name="Rectangle 22"/>
          <p:cNvSpPr/>
          <p:nvPr/>
        </p:nvSpPr>
        <p:spPr>
          <a:xfrm>
            <a:off x="4785120" y="484344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REWORK WIRING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5" name="Elbow Connector 37"/>
          <p:cNvCxnSpPr>
            <a:stCxn id="688" idx="2"/>
          </p:cNvCxnSpPr>
          <p:nvPr/>
        </p:nvCxnSpPr>
        <p:spPr>
          <a:xfrm flipH="1" flipV="1" rot="5400000">
            <a:off x="2525040" y="1288800"/>
            <a:ext cx="6171120" cy="4590360"/>
          </a:xfrm>
          <a:prstGeom prst="bentConnector3">
            <a:avLst>
              <a:gd name="adj1" fmla="val 0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696" name="Parallelogram 33"/>
          <p:cNvSpPr/>
          <p:nvPr/>
        </p:nvSpPr>
        <p:spPr>
          <a:xfrm>
            <a:off x="7905600" y="3186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AND RECORD: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Rectangle 41"/>
          <p:cNvSpPr/>
          <p:nvPr/>
        </p:nvSpPr>
        <p:spPr>
          <a:xfrm>
            <a:off x="3558960" y="65394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8" name="Straight Arrow Connector 43"/>
          <p:cNvCxnSpPr>
            <a:stCxn id="696" idx="4"/>
            <a:endCxn id="666" idx="0"/>
          </p:cNvCxnSpPr>
          <p:nvPr/>
        </p:nvCxnSpPr>
        <p:spPr>
          <a:xfrm>
            <a:off x="8805600" y="678240"/>
            <a:ext cx="360" cy="526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Rounded Rectangle 8"/>
          <p:cNvSpPr/>
          <p:nvPr/>
        </p:nvSpPr>
        <p:spPr>
          <a:xfrm>
            <a:off x="2415600" y="3186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INSPECTION 3 (RUNNING INSPECTION)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Rectangle 9"/>
          <p:cNvSpPr/>
          <p:nvPr/>
        </p:nvSpPr>
        <p:spPr>
          <a:xfrm>
            <a:off x="2415600" y="844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Rounded Rectangle 14"/>
          <p:cNvSpPr/>
          <p:nvPr/>
        </p:nvSpPr>
        <p:spPr>
          <a:xfrm>
            <a:off x="7466760" y="630252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INSPECTION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arallelogram 15"/>
          <p:cNvSpPr/>
          <p:nvPr/>
        </p:nvSpPr>
        <p:spPr>
          <a:xfrm>
            <a:off x="2415600" y="1496520"/>
            <a:ext cx="1799640" cy="3452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Rounded Rectangle 17"/>
          <p:cNvSpPr/>
          <p:nvPr/>
        </p:nvSpPr>
        <p:spPr>
          <a:xfrm>
            <a:off x="1758240" y="31860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Diamond 18"/>
          <p:cNvSpPr/>
          <p:nvPr/>
        </p:nvSpPr>
        <p:spPr>
          <a:xfrm>
            <a:off x="6851520" y="678600"/>
            <a:ext cx="3029400" cy="1817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UNIT NOT NOISY (COMPRESSOR, AND FAN MOTOR)? IS THE AIRSWING FUNCTIONING? ARE THE EVAPORATOR AND CONDENSER TUBES COLD OR HOT?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Rectangle 19"/>
          <p:cNvSpPr/>
          <p:nvPr/>
        </p:nvSpPr>
        <p:spPr>
          <a:xfrm>
            <a:off x="2415600" y="20293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LEAK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6" name="Straight Arrow Connector 24"/>
          <p:cNvCxnSpPr>
            <a:stCxn id="699" idx="2"/>
          </p:cNvCxnSpPr>
          <p:nvPr/>
        </p:nvCxnSpPr>
        <p:spPr>
          <a:xfrm>
            <a:off x="3315600" y="678240"/>
            <a:ext cx="360" cy="166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07" name="Straight Arrow Connector 25"/>
          <p:cNvCxnSpPr>
            <a:stCxn id="700" idx="2"/>
            <a:endCxn id="702" idx="0"/>
          </p:cNvCxnSpPr>
          <p:nvPr/>
        </p:nvCxnSpPr>
        <p:spPr>
          <a:xfrm>
            <a:off x="3315600" y="1203840"/>
            <a:ext cx="360" cy="2930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708" name="Rounded Rectangle 38"/>
          <p:cNvSpPr/>
          <p:nvPr/>
        </p:nvSpPr>
        <p:spPr>
          <a:xfrm>
            <a:off x="10483920" y="516528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09" name="Straight Arrow Connector 39"/>
          <p:cNvCxnSpPr>
            <a:stCxn id="703" idx="3"/>
            <a:endCxn id="699" idx="1"/>
          </p:cNvCxnSpPr>
          <p:nvPr/>
        </p:nvCxnSpPr>
        <p:spPr>
          <a:xfrm>
            <a:off x="2117880" y="49860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10" name="Straight Arrow Connector 30"/>
          <p:cNvCxnSpPr>
            <a:stCxn id="702" idx="4"/>
            <a:endCxn id="705" idx="0"/>
          </p:cNvCxnSpPr>
          <p:nvPr/>
        </p:nvCxnSpPr>
        <p:spPr>
          <a:xfrm>
            <a:off x="3315600" y="1841760"/>
            <a:ext cx="360" cy="187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711" name="Parallelogram 1"/>
          <p:cNvSpPr/>
          <p:nvPr/>
        </p:nvSpPr>
        <p:spPr>
          <a:xfrm>
            <a:off x="2415600" y="25020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 LEAK TEST RESULT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Parallelogram 33"/>
          <p:cNvSpPr/>
          <p:nvPr/>
        </p:nvSpPr>
        <p:spPr>
          <a:xfrm>
            <a:off x="7466760" y="549216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AND RECORD: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3" name="Straight Arrow Connector 43"/>
          <p:cNvCxnSpPr>
            <a:stCxn id="712" idx="4"/>
            <a:endCxn id="701" idx="0"/>
          </p:cNvCxnSpPr>
          <p:nvPr/>
        </p:nvCxnSpPr>
        <p:spPr>
          <a:xfrm>
            <a:off x="8366760" y="5851800"/>
            <a:ext cx="360" cy="4510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714" name="Rectangle 32"/>
          <p:cNvSpPr/>
          <p:nvPr/>
        </p:nvSpPr>
        <p:spPr>
          <a:xfrm>
            <a:off x="2415600" y="31057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PUNCTURE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Diamond 35"/>
          <p:cNvSpPr/>
          <p:nvPr/>
        </p:nvSpPr>
        <p:spPr>
          <a:xfrm>
            <a:off x="2052720" y="4227480"/>
            <a:ext cx="2525760" cy="15152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UNIT PASSED BOTH LEAK TEST AND PUNCTURE TEST? DOES THE UNIT HAVE THE RIGHT PROGRAM?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Rectangle 36"/>
          <p:cNvSpPr/>
          <p:nvPr/>
        </p:nvSpPr>
        <p:spPr>
          <a:xfrm>
            <a:off x="2415600" y="36457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 CHECKING/KNOB CHECK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arallelogram 47"/>
          <p:cNvSpPr/>
          <p:nvPr/>
        </p:nvSpPr>
        <p:spPr>
          <a:xfrm>
            <a:off x="4844160" y="480528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Rectangle 50"/>
          <p:cNvSpPr/>
          <p:nvPr/>
        </p:nvSpPr>
        <p:spPr>
          <a:xfrm>
            <a:off x="2415600" y="6031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RUNNING INSPECTION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Rectangle 55"/>
          <p:cNvSpPr/>
          <p:nvPr/>
        </p:nvSpPr>
        <p:spPr>
          <a:xfrm>
            <a:off x="7466760" y="27277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CHARACTERISTIC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Diamond 57"/>
          <p:cNvSpPr/>
          <p:nvPr/>
        </p:nvSpPr>
        <p:spPr>
          <a:xfrm>
            <a:off x="7267680" y="3969000"/>
            <a:ext cx="2197440" cy="13183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 VALUES WITHIN THE RANGE?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Parallelogram 58"/>
          <p:cNvSpPr/>
          <p:nvPr/>
        </p:nvSpPr>
        <p:spPr>
          <a:xfrm>
            <a:off x="7466760" y="334152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 CHARAC TEST VALUES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Parallelogram 59"/>
          <p:cNvSpPr/>
          <p:nvPr/>
        </p:nvSpPr>
        <p:spPr>
          <a:xfrm>
            <a:off x="9813600" y="444528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Rounded Rectangle 17"/>
          <p:cNvSpPr/>
          <p:nvPr/>
        </p:nvSpPr>
        <p:spPr>
          <a:xfrm>
            <a:off x="9521640" y="62996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4" name="Straight Arrow Connector 2"/>
          <p:cNvCxnSpPr>
            <a:endCxn id="711" idx="0"/>
          </p:cNvCxnSpPr>
          <p:nvPr/>
        </p:nvCxnSpPr>
        <p:spPr>
          <a:xfrm>
            <a:off x="3315600" y="2340720"/>
            <a:ext cx="360" cy="1616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25" name="Straight Arrow Connector 4"/>
          <p:cNvCxnSpPr>
            <a:endCxn id="714" idx="0"/>
          </p:cNvCxnSpPr>
          <p:nvPr/>
        </p:nvCxnSpPr>
        <p:spPr>
          <a:xfrm>
            <a:off x="3315600" y="2850120"/>
            <a:ext cx="360" cy="255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26" name="Straight Arrow Connector 6"/>
          <p:cNvCxnSpPr>
            <a:endCxn id="716" idx="0"/>
          </p:cNvCxnSpPr>
          <p:nvPr/>
        </p:nvCxnSpPr>
        <p:spPr>
          <a:xfrm>
            <a:off x="3315600" y="3465720"/>
            <a:ext cx="360" cy="180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27" name="Straight Arrow Connector 10"/>
          <p:cNvCxnSpPr/>
          <p:nvPr/>
        </p:nvCxnSpPr>
        <p:spPr>
          <a:xfrm>
            <a:off x="3315600" y="4005360"/>
            <a:ext cx="360" cy="2224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28" name="Straight Arrow Connector 11"/>
          <p:cNvCxnSpPr>
            <a:stCxn id="715" idx="2"/>
            <a:endCxn id="718" idx="0"/>
          </p:cNvCxnSpPr>
          <p:nvPr/>
        </p:nvCxnSpPr>
        <p:spPr>
          <a:xfrm>
            <a:off x="3315600" y="5742720"/>
            <a:ext cx="360" cy="288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29" name="Straight Arrow Connector 20"/>
          <p:cNvCxnSpPr>
            <a:stCxn id="715" idx="3"/>
            <a:endCxn id="717" idx="5"/>
          </p:cNvCxnSpPr>
          <p:nvPr/>
        </p:nvCxnSpPr>
        <p:spPr>
          <a:xfrm>
            <a:off x="4578480" y="4985280"/>
            <a:ext cx="31104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30" name="Straight Arrow Connector 26"/>
          <p:cNvCxnSpPr>
            <a:stCxn id="722" idx="3"/>
            <a:endCxn id="708" idx="0"/>
          </p:cNvCxnSpPr>
          <p:nvPr/>
        </p:nvCxnSpPr>
        <p:spPr>
          <a:xfrm flipH="1">
            <a:off x="10663920" y="4804920"/>
            <a:ext cx="5040" cy="36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31" name="Elbow Connector 37"/>
          <p:cNvCxnSpPr>
            <a:stCxn id="718" idx="3"/>
            <a:endCxn id="704" idx="0"/>
          </p:cNvCxnSpPr>
          <p:nvPr/>
        </p:nvCxnSpPr>
        <p:spPr>
          <a:xfrm flipV="1">
            <a:off x="4215240" y="678600"/>
            <a:ext cx="4151520" cy="5532840"/>
          </a:xfrm>
          <a:prstGeom prst="bentConnector4">
            <a:avLst>
              <a:gd name="adj1" fmla="val 60757"/>
              <a:gd name="adj2" fmla="val 104125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732" name="Parallelogram 45"/>
          <p:cNvSpPr/>
          <p:nvPr/>
        </p:nvSpPr>
        <p:spPr>
          <a:xfrm>
            <a:off x="10199880" y="14076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3" name="Straight Arrow Connector 51"/>
          <p:cNvCxnSpPr>
            <a:stCxn id="704" idx="2"/>
            <a:endCxn id="719" idx="0"/>
          </p:cNvCxnSpPr>
          <p:nvPr/>
        </p:nvCxnSpPr>
        <p:spPr>
          <a:xfrm>
            <a:off x="8366400" y="2496240"/>
            <a:ext cx="720" cy="2318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34" name="Straight Arrow Connector 56"/>
          <p:cNvCxnSpPr>
            <a:stCxn id="719" idx="2"/>
            <a:endCxn id="721" idx="0"/>
          </p:cNvCxnSpPr>
          <p:nvPr/>
        </p:nvCxnSpPr>
        <p:spPr>
          <a:xfrm>
            <a:off x="8366760" y="3087360"/>
            <a:ext cx="360" cy="254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35" name="Straight Arrow Connector 64"/>
          <p:cNvCxnSpPr>
            <a:stCxn id="721" idx="4"/>
            <a:endCxn id="720" idx="0"/>
          </p:cNvCxnSpPr>
          <p:nvPr/>
        </p:nvCxnSpPr>
        <p:spPr>
          <a:xfrm flipH="1">
            <a:off x="8366400" y="3701160"/>
            <a:ext cx="720" cy="268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36" name="Straight Arrow Connector 69"/>
          <p:cNvCxnSpPr>
            <a:stCxn id="720" idx="2"/>
            <a:endCxn id="712" idx="0"/>
          </p:cNvCxnSpPr>
          <p:nvPr/>
        </p:nvCxnSpPr>
        <p:spPr>
          <a:xfrm>
            <a:off x="8366400" y="5287320"/>
            <a:ext cx="720" cy="205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37" name="Straight Arrow Connector 82"/>
          <p:cNvCxnSpPr>
            <a:stCxn id="704" idx="3"/>
            <a:endCxn id="732" idx="5"/>
          </p:cNvCxnSpPr>
          <p:nvPr/>
        </p:nvCxnSpPr>
        <p:spPr>
          <a:xfrm>
            <a:off x="9880920" y="1587600"/>
            <a:ext cx="3643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38" name="Straight Arrow Connector 88"/>
          <p:cNvCxnSpPr>
            <a:stCxn id="720" idx="3"/>
            <a:endCxn id="722" idx="5"/>
          </p:cNvCxnSpPr>
          <p:nvPr/>
        </p:nvCxnSpPr>
        <p:spPr>
          <a:xfrm flipV="1">
            <a:off x="9465120" y="4625280"/>
            <a:ext cx="393840" cy="3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39" name="Straight Arrow Connector 95"/>
          <p:cNvCxnSpPr>
            <a:stCxn id="701" idx="3"/>
            <a:endCxn id="723" idx="1"/>
          </p:cNvCxnSpPr>
          <p:nvPr/>
        </p:nvCxnSpPr>
        <p:spPr>
          <a:xfrm flipV="1">
            <a:off x="9266400" y="6479640"/>
            <a:ext cx="255600" cy="3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740" name="Rounded Rectangle 38"/>
          <p:cNvSpPr/>
          <p:nvPr/>
        </p:nvSpPr>
        <p:spPr>
          <a:xfrm>
            <a:off x="5497560" y="55634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41" name="Straight Arrow Connector 101"/>
          <p:cNvCxnSpPr>
            <a:endCxn id="740" idx="0"/>
          </p:cNvCxnSpPr>
          <p:nvPr/>
        </p:nvCxnSpPr>
        <p:spPr>
          <a:xfrm flipH="1">
            <a:off x="5677560" y="5203080"/>
            <a:ext cx="4680" cy="36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742" name="Rounded Rectangle 38"/>
          <p:cNvSpPr/>
          <p:nvPr/>
        </p:nvSpPr>
        <p:spPr>
          <a:xfrm>
            <a:off x="10843920" y="21607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43" name="Straight Arrow Connector 103"/>
          <p:cNvCxnSpPr>
            <a:endCxn id="742" idx="0"/>
          </p:cNvCxnSpPr>
          <p:nvPr/>
        </p:nvCxnSpPr>
        <p:spPr>
          <a:xfrm flipH="1">
            <a:off x="11023920" y="1800720"/>
            <a:ext cx="4680" cy="360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744" name="Rectangle 104"/>
          <p:cNvSpPr/>
          <p:nvPr/>
        </p:nvSpPr>
        <p:spPr>
          <a:xfrm>
            <a:off x="4588200" y="46774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Rectangle 105"/>
          <p:cNvSpPr/>
          <p:nvPr/>
        </p:nvSpPr>
        <p:spPr>
          <a:xfrm>
            <a:off x="9434520" y="43552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Rectangle 106"/>
          <p:cNvSpPr/>
          <p:nvPr/>
        </p:nvSpPr>
        <p:spPr>
          <a:xfrm>
            <a:off x="9858600" y="13150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Rectangle 107"/>
          <p:cNvSpPr/>
          <p:nvPr/>
        </p:nvSpPr>
        <p:spPr>
          <a:xfrm>
            <a:off x="3308040" y="577620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Rectangle 108"/>
          <p:cNvSpPr/>
          <p:nvPr/>
        </p:nvSpPr>
        <p:spPr>
          <a:xfrm>
            <a:off x="8324640" y="253332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Rectangle 109"/>
          <p:cNvSpPr/>
          <p:nvPr/>
        </p:nvSpPr>
        <p:spPr>
          <a:xfrm>
            <a:off x="8313120" y="531360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Rounded Rectangle 8"/>
          <p:cNvSpPr/>
          <p:nvPr/>
        </p:nvSpPr>
        <p:spPr>
          <a:xfrm>
            <a:off x="4822920" y="53352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INSPECTION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(VIBRATION TEST)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Rectangle 9"/>
          <p:cNvSpPr/>
          <p:nvPr/>
        </p:nvSpPr>
        <p:spPr>
          <a:xfrm>
            <a:off x="4822920" y="10587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Rounded Rectangle 14"/>
          <p:cNvSpPr/>
          <p:nvPr/>
        </p:nvSpPr>
        <p:spPr>
          <a:xfrm>
            <a:off x="4848480" y="56646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INSPECTION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Parallelogram 15"/>
          <p:cNvSpPr/>
          <p:nvPr/>
        </p:nvSpPr>
        <p:spPr>
          <a:xfrm>
            <a:off x="4822920" y="20152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Rounded Rectangle 17"/>
          <p:cNvSpPr/>
          <p:nvPr/>
        </p:nvSpPr>
        <p:spPr>
          <a:xfrm>
            <a:off x="4165560" y="5335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Diamond 18"/>
          <p:cNvSpPr/>
          <p:nvPr/>
        </p:nvSpPr>
        <p:spPr>
          <a:xfrm>
            <a:off x="4848480" y="377352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UNIT PASS THE VIBRATION TEST?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Rectangle 19"/>
          <p:cNvSpPr/>
          <p:nvPr/>
        </p:nvSpPr>
        <p:spPr>
          <a:xfrm>
            <a:off x="4822920" y="25941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VIBRATION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Parallelogram 20"/>
          <p:cNvSpPr/>
          <p:nvPr/>
        </p:nvSpPr>
        <p:spPr>
          <a:xfrm>
            <a:off x="4848480" y="507924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58" name="Straight Arrow Connector 24"/>
          <p:cNvCxnSpPr>
            <a:stCxn id="750" idx="2"/>
          </p:cNvCxnSpPr>
          <p:nvPr/>
        </p:nvCxnSpPr>
        <p:spPr>
          <a:xfrm flipH="1">
            <a:off x="5722560" y="893160"/>
            <a:ext cx="720" cy="165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59" name="Straight Arrow Connector 25"/>
          <p:cNvCxnSpPr>
            <a:stCxn id="751" idx="2"/>
          </p:cNvCxnSpPr>
          <p:nvPr/>
        </p:nvCxnSpPr>
        <p:spPr>
          <a:xfrm flipH="1">
            <a:off x="5722560" y="1418400"/>
            <a:ext cx="720" cy="597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60" name="Straight Arrow Connector 27"/>
          <p:cNvCxnSpPr>
            <a:stCxn id="755" idx="2"/>
            <a:endCxn id="757" idx="0"/>
          </p:cNvCxnSpPr>
          <p:nvPr/>
        </p:nvCxnSpPr>
        <p:spPr>
          <a:xfrm>
            <a:off x="5748480" y="4853160"/>
            <a:ext cx="360" cy="2264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61" name="Straight Arrow Connector 28"/>
          <p:cNvCxnSpPr>
            <a:stCxn id="757" idx="4"/>
            <a:endCxn id="752" idx="0"/>
          </p:cNvCxnSpPr>
          <p:nvPr/>
        </p:nvCxnSpPr>
        <p:spPr>
          <a:xfrm>
            <a:off x="5748480" y="5438880"/>
            <a:ext cx="360" cy="2260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762" name="Rounded Rectangle 38"/>
          <p:cNvSpPr/>
          <p:nvPr/>
        </p:nvSpPr>
        <p:spPr>
          <a:xfrm>
            <a:off x="6950880" y="566460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63" name="Straight Arrow Connector 39"/>
          <p:cNvCxnSpPr>
            <a:stCxn id="754" idx="3"/>
            <a:endCxn id="750" idx="1"/>
          </p:cNvCxnSpPr>
          <p:nvPr/>
        </p:nvCxnSpPr>
        <p:spPr>
          <a:xfrm>
            <a:off x="4525200" y="71352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64" name="Straight Arrow Connector 40"/>
          <p:cNvCxnSpPr>
            <a:stCxn id="752" idx="3"/>
            <a:endCxn id="762" idx="1"/>
          </p:cNvCxnSpPr>
          <p:nvPr/>
        </p:nvCxnSpPr>
        <p:spPr>
          <a:xfrm>
            <a:off x="6648120" y="5844600"/>
            <a:ext cx="3031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765" name="Rectangle 45"/>
          <p:cNvSpPr/>
          <p:nvPr/>
        </p:nvSpPr>
        <p:spPr>
          <a:xfrm>
            <a:off x="5362920" y="48848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Rectangle 46"/>
          <p:cNvSpPr/>
          <p:nvPr/>
        </p:nvSpPr>
        <p:spPr>
          <a:xfrm>
            <a:off x="6674040" y="41245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Parallelogram 48"/>
          <p:cNvSpPr/>
          <p:nvPr/>
        </p:nvSpPr>
        <p:spPr>
          <a:xfrm>
            <a:off x="7252920" y="414360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NO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8" name="Straight Arrow Connector 51"/>
          <p:cNvCxnSpPr>
            <a:stCxn id="755" idx="3"/>
            <a:endCxn id="767" idx="5"/>
          </p:cNvCxnSpPr>
          <p:nvPr/>
        </p:nvCxnSpPr>
        <p:spPr>
          <a:xfrm>
            <a:off x="6648120" y="4313520"/>
            <a:ext cx="605160" cy="104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69" name="Straight Arrow Connector 30"/>
          <p:cNvCxnSpPr>
            <a:stCxn id="753" idx="4"/>
            <a:endCxn id="756" idx="0"/>
          </p:cNvCxnSpPr>
          <p:nvPr/>
        </p:nvCxnSpPr>
        <p:spPr>
          <a:xfrm>
            <a:off x="5722920" y="2374920"/>
            <a:ext cx="360" cy="219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770" name="Parallelogram 4"/>
          <p:cNvSpPr/>
          <p:nvPr/>
        </p:nvSpPr>
        <p:spPr>
          <a:xfrm>
            <a:off x="4848480" y="325512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Rounded Rectangle 38"/>
          <p:cNvSpPr/>
          <p:nvPr/>
        </p:nvSpPr>
        <p:spPr>
          <a:xfrm>
            <a:off x="7972920" y="478368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72" name="Straight Arrow Connector 1"/>
          <p:cNvCxnSpPr>
            <a:stCxn id="756" idx="2"/>
            <a:endCxn id="770" idx="0"/>
          </p:cNvCxnSpPr>
          <p:nvPr/>
        </p:nvCxnSpPr>
        <p:spPr>
          <a:xfrm>
            <a:off x="5722920" y="2953800"/>
            <a:ext cx="25920" cy="3016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73" name="Straight Arrow Connector 6"/>
          <p:cNvCxnSpPr>
            <a:stCxn id="770" idx="4"/>
            <a:endCxn id="755" idx="0"/>
          </p:cNvCxnSpPr>
          <p:nvPr/>
        </p:nvCxnSpPr>
        <p:spPr>
          <a:xfrm>
            <a:off x="5748480" y="3614760"/>
            <a:ext cx="360" cy="159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74" name="Straight Arrow Connector 13"/>
          <p:cNvCxnSpPr>
            <a:endCxn id="771" idx="0"/>
          </p:cNvCxnSpPr>
          <p:nvPr/>
        </p:nvCxnSpPr>
        <p:spPr>
          <a:xfrm>
            <a:off x="8152560" y="4475520"/>
            <a:ext cx="720" cy="308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Rounded Rectangle 8"/>
          <p:cNvSpPr/>
          <p:nvPr/>
        </p:nvSpPr>
        <p:spPr>
          <a:xfrm>
            <a:off x="2415600" y="3186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INSPECTION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Rectangle 9"/>
          <p:cNvSpPr/>
          <p:nvPr/>
        </p:nvSpPr>
        <p:spPr>
          <a:xfrm>
            <a:off x="2415600" y="844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Parallelogram 15"/>
          <p:cNvSpPr/>
          <p:nvPr/>
        </p:nvSpPr>
        <p:spPr>
          <a:xfrm>
            <a:off x="2415600" y="1413000"/>
            <a:ext cx="1799640" cy="3452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Rounded Rectangle 17"/>
          <p:cNvSpPr/>
          <p:nvPr/>
        </p:nvSpPr>
        <p:spPr>
          <a:xfrm>
            <a:off x="1758240" y="31860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Diamond 18"/>
          <p:cNvSpPr/>
          <p:nvPr/>
        </p:nvSpPr>
        <p:spPr>
          <a:xfrm>
            <a:off x="2118240" y="2673000"/>
            <a:ext cx="2251080" cy="135036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SERIAL AND MODEL NUMBER THE SAME?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Rectangle 19"/>
          <p:cNvSpPr/>
          <p:nvPr/>
        </p:nvSpPr>
        <p:spPr>
          <a:xfrm>
            <a:off x="2374560" y="41932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PUNCTURE AND CHARACTERISTIC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1" name="Straight Arrow Connector 24"/>
          <p:cNvCxnSpPr>
            <a:stCxn id="775" idx="2"/>
          </p:cNvCxnSpPr>
          <p:nvPr/>
        </p:nvCxnSpPr>
        <p:spPr>
          <a:xfrm>
            <a:off x="3315600" y="678240"/>
            <a:ext cx="360" cy="166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82" name="Straight Arrow Connector 25"/>
          <p:cNvCxnSpPr>
            <a:stCxn id="776" idx="2"/>
            <a:endCxn id="777" idx="0"/>
          </p:cNvCxnSpPr>
          <p:nvPr/>
        </p:nvCxnSpPr>
        <p:spPr>
          <a:xfrm>
            <a:off x="3315600" y="120384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783" name="Rounded Rectangle 38"/>
          <p:cNvSpPr/>
          <p:nvPr/>
        </p:nvSpPr>
        <p:spPr>
          <a:xfrm>
            <a:off x="5200560" y="63482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84" name="Straight Arrow Connector 39"/>
          <p:cNvCxnSpPr>
            <a:stCxn id="778" idx="3"/>
            <a:endCxn id="775" idx="1"/>
          </p:cNvCxnSpPr>
          <p:nvPr/>
        </p:nvCxnSpPr>
        <p:spPr>
          <a:xfrm>
            <a:off x="2117880" y="49860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785" name="Parallelogram 1"/>
          <p:cNvSpPr/>
          <p:nvPr/>
        </p:nvSpPr>
        <p:spPr>
          <a:xfrm>
            <a:off x="2374560" y="475848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 CHARAC TEST VALUES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Diamond 35"/>
          <p:cNvSpPr/>
          <p:nvPr/>
        </p:nvSpPr>
        <p:spPr>
          <a:xfrm>
            <a:off x="6861600" y="2133360"/>
            <a:ext cx="2497680" cy="15152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UNIT HAVE THE CORRECT MODEL LABEL AND BADGE? CORRECT MANUAL COMPLETE AND FRONT GRILLE?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Parallelogram 54"/>
          <p:cNvSpPr/>
          <p:nvPr/>
        </p:nvSpPr>
        <p:spPr>
          <a:xfrm>
            <a:off x="4538160" y="316692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 “ERROR”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Diamond 57"/>
          <p:cNvSpPr/>
          <p:nvPr/>
        </p:nvSpPr>
        <p:spPr>
          <a:xfrm>
            <a:off x="2175480" y="5298480"/>
            <a:ext cx="2197440" cy="13183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 VALUES WITHIN THE RANGE? DOES THE UNIT PASSED IN THE PUNCTURE TEST?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Parallelogram 59"/>
          <p:cNvSpPr/>
          <p:nvPr/>
        </p:nvSpPr>
        <p:spPr>
          <a:xfrm>
            <a:off x="4480560" y="57776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Rounded Rectangle 17"/>
          <p:cNvSpPr/>
          <p:nvPr/>
        </p:nvSpPr>
        <p:spPr>
          <a:xfrm>
            <a:off x="7885080" y="56059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Parallelogram 4"/>
          <p:cNvSpPr/>
          <p:nvPr/>
        </p:nvSpPr>
        <p:spPr>
          <a:xfrm>
            <a:off x="7257240" y="6872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Rectangle 5"/>
          <p:cNvSpPr/>
          <p:nvPr/>
        </p:nvSpPr>
        <p:spPr>
          <a:xfrm>
            <a:off x="7210440" y="12268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 INSPECTION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Rectangle 6"/>
          <p:cNvSpPr/>
          <p:nvPr/>
        </p:nvSpPr>
        <p:spPr>
          <a:xfrm>
            <a:off x="2374560" y="1899720"/>
            <a:ext cx="1799640" cy="59292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 IN NAME PLATE AND BARCODE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Parallelogram 10"/>
          <p:cNvSpPr/>
          <p:nvPr/>
        </p:nvSpPr>
        <p:spPr>
          <a:xfrm>
            <a:off x="7168320" y="410868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AND RECORD: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Rounded Rectangle 14"/>
          <p:cNvSpPr/>
          <p:nvPr/>
        </p:nvSpPr>
        <p:spPr>
          <a:xfrm>
            <a:off x="7168320" y="491508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INSPECTION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96" name="Straight Arrow Connector 2"/>
          <p:cNvCxnSpPr>
            <a:stCxn id="777" idx="4"/>
            <a:endCxn id="793" idx="0"/>
          </p:cNvCxnSpPr>
          <p:nvPr/>
        </p:nvCxnSpPr>
        <p:spPr>
          <a:xfrm flipH="1">
            <a:off x="3274560" y="1758240"/>
            <a:ext cx="41400" cy="1418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97" name="Straight Arrow Connector 12"/>
          <p:cNvCxnSpPr>
            <a:stCxn id="793" idx="2"/>
            <a:endCxn id="779" idx="0"/>
          </p:cNvCxnSpPr>
          <p:nvPr/>
        </p:nvCxnSpPr>
        <p:spPr>
          <a:xfrm flipH="1">
            <a:off x="3243960" y="2492640"/>
            <a:ext cx="30960" cy="18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98" name="Straight Arrow Connector 20"/>
          <p:cNvCxnSpPr>
            <a:stCxn id="779" idx="2"/>
            <a:endCxn id="780" idx="0"/>
          </p:cNvCxnSpPr>
          <p:nvPr/>
        </p:nvCxnSpPr>
        <p:spPr>
          <a:xfrm>
            <a:off x="3243960" y="4023360"/>
            <a:ext cx="30960" cy="170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799" name="Straight Arrow Connector 23"/>
          <p:cNvCxnSpPr>
            <a:stCxn id="780" idx="2"/>
            <a:endCxn id="785" idx="1"/>
          </p:cNvCxnSpPr>
          <p:nvPr/>
        </p:nvCxnSpPr>
        <p:spPr>
          <a:xfrm>
            <a:off x="3274560" y="4552920"/>
            <a:ext cx="45360" cy="205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00" name="Straight Arrow Connector 28"/>
          <p:cNvCxnSpPr>
            <a:stCxn id="785" idx="4"/>
            <a:endCxn id="788" idx="0"/>
          </p:cNvCxnSpPr>
          <p:nvPr/>
        </p:nvCxnSpPr>
        <p:spPr>
          <a:xfrm flipH="1">
            <a:off x="3274200" y="5118120"/>
            <a:ext cx="720" cy="18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01" name="Straight Arrow Connector 31"/>
          <p:cNvCxnSpPr>
            <a:stCxn id="788" idx="3"/>
            <a:endCxn id="789" idx="5"/>
          </p:cNvCxnSpPr>
          <p:nvPr/>
        </p:nvCxnSpPr>
        <p:spPr>
          <a:xfrm>
            <a:off x="4372920" y="5957640"/>
            <a:ext cx="15300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02" name="Elbow Connector 16"/>
          <p:cNvCxnSpPr/>
          <p:nvPr/>
        </p:nvCxnSpPr>
        <p:spPr>
          <a:xfrm flipH="1" flipV="1" rot="5400000">
            <a:off x="2444400" y="1728000"/>
            <a:ext cx="5750280" cy="402840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03" name="Straight Arrow Connector 46"/>
          <p:cNvCxnSpPr>
            <a:stCxn id="789" idx="4"/>
            <a:endCxn id="783" idx="0"/>
          </p:cNvCxnSpPr>
          <p:nvPr/>
        </p:nvCxnSpPr>
        <p:spPr>
          <a:xfrm>
            <a:off x="5380560" y="6137280"/>
            <a:ext cx="360" cy="211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04" name="Straight Arrow Connector 49"/>
          <p:cNvCxnSpPr>
            <a:stCxn id="791" idx="3"/>
            <a:endCxn id="792" idx="0"/>
          </p:cNvCxnSpPr>
          <p:nvPr/>
        </p:nvCxnSpPr>
        <p:spPr>
          <a:xfrm flipH="1">
            <a:off x="8110440" y="1046880"/>
            <a:ext cx="2160" cy="180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05" name="Straight Arrow Connector 53"/>
          <p:cNvCxnSpPr>
            <a:stCxn id="792" idx="2"/>
            <a:endCxn id="786" idx="0"/>
          </p:cNvCxnSpPr>
          <p:nvPr/>
        </p:nvCxnSpPr>
        <p:spPr>
          <a:xfrm>
            <a:off x="8110440" y="1586520"/>
            <a:ext cx="360" cy="547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06" name="Straight Arrow Connector 61"/>
          <p:cNvCxnSpPr>
            <a:stCxn id="786" idx="2"/>
            <a:endCxn id="794" idx="1"/>
          </p:cNvCxnSpPr>
          <p:nvPr/>
        </p:nvCxnSpPr>
        <p:spPr>
          <a:xfrm>
            <a:off x="8110440" y="3648600"/>
            <a:ext cx="3240" cy="4604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07" name="Straight Arrow Connector 69"/>
          <p:cNvCxnSpPr>
            <a:stCxn id="794" idx="4"/>
            <a:endCxn id="795" idx="0"/>
          </p:cNvCxnSpPr>
          <p:nvPr/>
        </p:nvCxnSpPr>
        <p:spPr>
          <a:xfrm>
            <a:off x="8068320" y="4468320"/>
            <a:ext cx="360" cy="447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08" name="Parallelogram 80"/>
          <p:cNvSpPr/>
          <p:nvPr/>
        </p:nvSpPr>
        <p:spPr>
          <a:xfrm>
            <a:off x="9883080" y="271116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NO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Rounded Rectangle 38"/>
          <p:cNvSpPr/>
          <p:nvPr/>
        </p:nvSpPr>
        <p:spPr>
          <a:xfrm>
            <a:off x="10603080" y="33134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10" name="Straight Arrow Connector 82"/>
          <p:cNvCxnSpPr>
            <a:stCxn id="808" idx="3"/>
            <a:endCxn id="809" idx="0"/>
          </p:cNvCxnSpPr>
          <p:nvPr/>
        </p:nvCxnSpPr>
        <p:spPr>
          <a:xfrm>
            <a:off x="10783080" y="3070800"/>
            <a:ext cx="360" cy="243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11" name="Straight Arrow Connector 96"/>
          <p:cNvCxnSpPr>
            <a:stCxn id="795" idx="2"/>
            <a:endCxn id="790" idx="0"/>
          </p:cNvCxnSpPr>
          <p:nvPr/>
        </p:nvCxnSpPr>
        <p:spPr>
          <a:xfrm flipH="1">
            <a:off x="8065080" y="5274720"/>
            <a:ext cx="3600" cy="3315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12" name="Straight Arrow Connector 100"/>
          <p:cNvCxnSpPr>
            <a:stCxn id="786" idx="3"/>
            <a:endCxn id="808" idx="5"/>
          </p:cNvCxnSpPr>
          <p:nvPr/>
        </p:nvCxnSpPr>
        <p:spPr>
          <a:xfrm>
            <a:off x="9359280" y="2891160"/>
            <a:ext cx="5241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13" name="Straight Arrow Connector 105"/>
          <p:cNvCxnSpPr>
            <a:stCxn id="779" idx="3"/>
            <a:endCxn id="787" idx="5"/>
          </p:cNvCxnSpPr>
          <p:nvPr/>
        </p:nvCxnSpPr>
        <p:spPr>
          <a:xfrm flipV="1">
            <a:off x="4369320" y="3346920"/>
            <a:ext cx="214200" cy="1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14" name="Rectangle 108"/>
          <p:cNvSpPr/>
          <p:nvPr/>
        </p:nvSpPr>
        <p:spPr>
          <a:xfrm>
            <a:off x="4285080" y="30124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Rectangle 109"/>
          <p:cNvSpPr/>
          <p:nvPr/>
        </p:nvSpPr>
        <p:spPr>
          <a:xfrm>
            <a:off x="4269240" y="55861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Rectangle 110"/>
          <p:cNvSpPr/>
          <p:nvPr/>
        </p:nvSpPr>
        <p:spPr>
          <a:xfrm>
            <a:off x="9441000" y="27111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Rectangle 111"/>
          <p:cNvSpPr/>
          <p:nvPr/>
        </p:nvSpPr>
        <p:spPr>
          <a:xfrm>
            <a:off x="3305880" y="394740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Rectangle 112"/>
          <p:cNvSpPr/>
          <p:nvPr/>
        </p:nvSpPr>
        <p:spPr>
          <a:xfrm>
            <a:off x="3315600" y="662112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Rectangle 113"/>
          <p:cNvSpPr/>
          <p:nvPr/>
        </p:nvSpPr>
        <p:spPr>
          <a:xfrm>
            <a:off x="8065080" y="382320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Rounded Rectangle 2"/>
          <p:cNvSpPr/>
          <p:nvPr/>
        </p:nvSpPr>
        <p:spPr>
          <a:xfrm>
            <a:off x="2833920" y="282600"/>
            <a:ext cx="1799640" cy="338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Rounded Rectangle 6"/>
          <p:cNvSpPr/>
          <p:nvPr/>
        </p:nvSpPr>
        <p:spPr>
          <a:xfrm>
            <a:off x="6521400" y="643608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Rectangle 10"/>
          <p:cNvSpPr/>
          <p:nvPr/>
        </p:nvSpPr>
        <p:spPr>
          <a:xfrm>
            <a:off x="6521400" y="29451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BY 1 SCANNING OF CC CASE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Parallelogram 11"/>
          <p:cNvSpPr/>
          <p:nvPr/>
        </p:nvSpPr>
        <p:spPr>
          <a:xfrm>
            <a:off x="6521400" y="574200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CC CASE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4" name="Straight Arrow Connector 14"/>
          <p:cNvCxnSpPr>
            <a:stCxn id="823" idx="4"/>
            <a:endCxn id="821" idx="0"/>
          </p:cNvCxnSpPr>
          <p:nvPr/>
        </p:nvCxnSpPr>
        <p:spPr>
          <a:xfrm>
            <a:off x="7421400" y="6101640"/>
            <a:ext cx="360" cy="334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25" name="Elbow Connector 16"/>
          <p:cNvCxnSpPr>
            <a:stCxn id="826" idx="3"/>
            <a:endCxn id="827" idx="3"/>
          </p:cNvCxnSpPr>
          <p:nvPr/>
        </p:nvCxnSpPr>
        <p:spPr>
          <a:xfrm flipH="1" flipV="1">
            <a:off x="4633560" y="1143360"/>
            <a:ext cx="5909760" cy="4411080"/>
          </a:xfrm>
          <a:prstGeom prst="bentConnector3">
            <a:avLst>
              <a:gd name="adj1" fmla="val -3874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28" name="Straight Arrow Connector 17"/>
          <p:cNvCxnSpPr>
            <a:stCxn id="829" idx="3"/>
            <a:endCxn id="820" idx="1"/>
          </p:cNvCxnSpPr>
          <p:nvPr/>
        </p:nvCxnSpPr>
        <p:spPr>
          <a:xfrm>
            <a:off x="2533680" y="451800"/>
            <a:ext cx="30060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30" name="Rectangle 20"/>
          <p:cNvSpPr/>
          <p:nvPr/>
        </p:nvSpPr>
        <p:spPr>
          <a:xfrm>
            <a:off x="8309880" y="46677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Diamond 22"/>
          <p:cNvSpPr/>
          <p:nvPr/>
        </p:nvSpPr>
        <p:spPr>
          <a:xfrm>
            <a:off x="6322680" y="3879360"/>
            <a:ext cx="2197080" cy="14317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CC CASE FOR THE RUNNING MODEL? ARE THERE NO DAMAGES IN THE CC CASE?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Parallelogram 26"/>
          <p:cNvSpPr/>
          <p:nvPr/>
        </p:nvSpPr>
        <p:spPr>
          <a:xfrm>
            <a:off x="8743320" y="4219920"/>
            <a:ext cx="1799640" cy="7506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INCORRECT CC CASE: PRINT “ERROR”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THERE ARE DAMAGES: SCAN NO GOOD, DAMAGED CC CASE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Rectangle 27"/>
          <p:cNvSpPr/>
          <p:nvPr/>
        </p:nvSpPr>
        <p:spPr>
          <a:xfrm>
            <a:off x="8743320" y="5374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CC CASE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3" name="Straight Arrow Connector 30"/>
          <p:cNvCxnSpPr>
            <a:stCxn id="822" idx="2"/>
            <a:endCxn id="831" idx="0"/>
          </p:cNvCxnSpPr>
          <p:nvPr/>
        </p:nvCxnSpPr>
        <p:spPr>
          <a:xfrm>
            <a:off x="7421400" y="3304800"/>
            <a:ext cx="360" cy="574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34" name="Straight Arrow Connector 31"/>
          <p:cNvCxnSpPr>
            <a:stCxn id="831" idx="2"/>
            <a:endCxn id="823" idx="0"/>
          </p:cNvCxnSpPr>
          <p:nvPr/>
        </p:nvCxnSpPr>
        <p:spPr>
          <a:xfrm>
            <a:off x="7421400" y="5311080"/>
            <a:ext cx="360" cy="431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35" name="Straight Arrow Connector 33"/>
          <p:cNvCxnSpPr>
            <a:stCxn id="831" idx="3"/>
            <a:endCxn id="832" idx="5"/>
          </p:cNvCxnSpPr>
          <p:nvPr/>
        </p:nvCxnSpPr>
        <p:spPr>
          <a:xfrm>
            <a:off x="8519760" y="4595400"/>
            <a:ext cx="2239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36" name="Straight Arrow Connector 39"/>
          <p:cNvCxnSpPr>
            <a:stCxn id="832" idx="4"/>
            <a:endCxn id="826" idx="0"/>
          </p:cNvCxnSpPr>
          <p:nvPr/>
        </p:nvCxnSpPr>
        <p:spPr>
          <a:xfrm>
            <a:off x="9643320" y="4970520"/>
            <a:ext cx="360" cy="403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37" name="Rectangle 41"/>
          <p:cNvSpPr/>
          <p:nvPr/>
        </p:nvSpPr>
        <p:spPr>
          <a:xfrm>
            <a:off x="7033320" y="54057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Rectangle 25"/>
          <p:cNvSpPr/>
          <p:nvPr/>
        </p:nvSpPr>
        <p:spPr>
          <a:xfrm>
            <a:off x="2833920" y="97416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Parallelogram 28"/>
          <p:cNvSpPr/>
          <p:nvPr/>
        </p:nvSpPr>
        <p:spPr>
          <a:xfrm>
            <a:off x="2833920" y="1570680"/>
            <a:ext cx="1799640" cy="33840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9" name="Straight Arrow Connector 29"/>
          <p:cNvCxnSpPr>
            <a:stCxn id="820" idx="2"/>
            <a:endCxn id="827" idx="0"/>
          </p:cNvCxnSpPr>
          <p:nvPr/>
        </p:nvCxnSpPr>
        <p:spPr>
          <a:xfrm>
            <a:off x="3733920" y="621000"/>
            <a:ext cx="360" cy="353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40" name="Straight Arrow Connector 32"/>
          <p:cNvCxnSpPr>
            <a:stCxn id="827" idx="2"/>
          </p:cNvCxnSpPr>
          <p:nvPr/>
        </p:nvCxnSpPr>
        <p:spPr>
          <a:xfrm>
            <a:off x="3733920" y="1312560"/>
            <a:ext cx="360" cy="2444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41" name="Straight Arrow Connector 36"/>
          <p:cNvCxnSpPr>
            <a:stCxn id="838" idx="4"/>
          </p:cNvCxnSpPr>
          <p:nvPr/>
        </p:nvCxnSpPr>
        <p:spPr>
          <a:xfrm>
            <a:off x="3733920" y="1909080"/>
            <a:ext cx="360" cy="2404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29" name="Rounded Rectangle 97"/>
          <p:cNvSpPr/>
          <p:nvPr/>
        </p:nvSpPr>
        <p:spPr>
          <a:xfrm>
            <a:off x="2174040" y="282600"/>
            <a:ext cx="359640" cy="3384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Rectangle 21"/>
          <p:cNvSpPr/>
          <p:nvPr/>
        </p:nvSpPr>
        <p:spPr>
          <a:xfrm>
            <a:off x="2833920" y="217440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 INSPECTION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Diamond 24"/>
          <p:cNvSpPr/>
          <p:nvPr/>
        </p:nvSpPr>
        <p:spPr>
          <a:xfrm>
            <a:off x="2466000" y="2743200"/>
            <a:ext cx="2536200" cy="16394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ALL THE ACCESSORIES COMPLETE? (MANUAL, FRONT GRILLE, ETC. (DIFFERENT PER MODEL)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Parallelogram 52"/>
          <p:cNvSpPr/>
          <p:nvPr/>
        </p:nvSpPr>
        <p:spPr>
          <a:xfrm>
            <a:off x="2833920" y="466776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NO GOOD: LACKING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5" name="Elbow Connector 16"/>
          <p:cNvCxnSpPr>
            <a:endCxn id="822" idx="1"/>
          </p:cNvCxnSpPr>
          <p:nvPr/>
        </p:nvCxnSpPr>
        <p:spPr>
          <a:xfrm flipV="1">
            <a:off x="5048280" y="3125160"/>
            <a:ext cx="1473480" cy="44604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46" name="Straight Arrow Connector 8"/>
          <p:cNvCxnSpPr/>
          <p:nvPr/>
        </p:nvCxnSpPr>
        <p:spPr>
          <a:xfrm>
            <a:off x="3733920" y="2512800"/>
            <a:ext cx="360" cy="2404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47" name="Straight Arrow Connector 9"/>
          <p:cNvCxnSpPr>
            <a:stCxn id="843" idx="2"/>
            <a:endCxn id="844" idx="0"/>
          </p:cNvCxnSpPr>
          <p:nvPr/>
        </p:nvCxnSpPr>
        <p:spPr>
          <a:xfrm flipH="1">
            <a:off x="3733920" y="4382640"/>
            <a:ext cx="720" cy="2854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48" name="Rectangle 35"/>
          <p:cNvSpPr/>
          <p:nvPr/>
        </p:nvSpPr>
        <p:spPr>
          <a:xfrm>
            <a:off x="2833920" y="561492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COMPLETION OF LACKING ACCESSORIES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9" name="Straight Arrow Connector 37"/>
          <p:cNvCxnSpPr>
            <a:stCxn id="844" idx="4"/>
            <a:endCxn id="848" idx="0"/>
          </p:cNvCxnSpPr>
          <p:nvPr/>
        </p:nvCxnSpPr>
        <p:spPr>
          <a:xfrm>
            <a:off x="3733920" y="5027400"/>
            <a:ext cx="360" cy="5878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50" name="Elbow Connector 16"/>
          <p:cNvCxnSpPr>
            <a:stCxn id="848" idx="2"/>
            <a:endCxn id="842" idx="1"/>
          </p:cNvCxnSpPr>
          <p:nvPr/>
        </p:nvCxnSpPr>
        <p:spPr>
          <a:xfrm flipV="1" rot="16200000">
            <a:off x="1479240" y="3698280"/>
            <a:ext cx="3610080" cy="900360"/>
          </a:xfrm>
          <a:prstGeom prst="bentConnector4">
            <a:avLst>
              <a:gd name="adj1" fmla="val -6342"/>
              <a:gd name="adj2" fmla="val 164920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51" name="Rectangle 49"/>
          <p:cNvSpPr/>
          <p:nvPr/>
        </p:nvSpPr>
        <p:spPr>
          <a:xfrm>
            <a:off x="5010480" y="33480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Rectangle 50"/>
          <p:cNvSpPr/>
          <p:nvPr/>
        </p:nvSpPr>
        <p:spPr>
          <a:xfrm>
            <a:off x="3726000" y="43538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LINE 3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54" name="PlaceHolder 2"/>
          <p:cNvSpPr>
            <a:spLocks noGrp="1"/>
          </p:cNvSpPr>
          <p:nvPr>
            <p:ph type="subTitle"/>
          </p:nvPr>
        </p:nvSpPr>
        <p:spPr>
          <a:xfrm>
            <a:off x="308520" y="407988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Notes: 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1. Every decision should scan serial number first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 If no good from previous scan, error will occur if scanned as good in the next one, only the scanner that tagged the unit as no good can change to good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Rounded Rectangle 14"/>
          <p:cNvSpPr/>
          <p:nvPr/>
        </p:nvSpPr>
        <p:spPr>
          <a:xfrm>
            <a:off x="2033640" y="683640"/>
            <a:ext cx="109728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Rounded Rectangle 126"/>
          <p:cNvSpPr/>
          <p:nvPr/>
        </p:nvSpPr>
        <p:spPr>
          <a:xfrm>
            <a:off x="1871640" y="1864440"/>
            <a:ext cx="1419840" cy="536400"/>
          </a:xfrm>
          <a:prstGeom prst="parallelogram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1: FAN MOTOR &amp; COMPRESSOR RECORDING and CHECKING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Rounded Rectangle 17"/>
          <p:cNvSpPr/>
          <p:nvPr/>
        </p:nvSpPr>
        <p:spPr>
          <a:xfrm>
            <a:off x="2031840" y="3429000"/>
            <a:ext cx="992880" cy="359640"/>
          </a:xfrm>
          <a:prstGeom prst="parallelogram">
            <a:avLst>
              <a:gd name="adj" fmla="val 25000"/>
            </a:avLst>
          </a:prstGeom>
          <a:solidFill>
            <a:srgbClr val="FFC0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1: AIRTIGHT TEST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Rounded Rectangle 126"/>
          <p:cNvSpPr/>
          <p:nvPr/>
        </p:nvSpPr>
        <p:spPr>
          <a:xfrm>
            <a:off x="1850040" y="1247040"/>
            <a:ext cx="1463040" cy="359640"/>
          </a:xfrm>
          <a:prstGeom prst="roundRect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FOR MODEL THAT WILL BE IN PRODUCTION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59" name="Straight Arrow Connector 8"/>
          <p:cNvCxnSpPr>
            <a:stCxn id="858" idx="2"/>
            <a:endCxn id="856" idx="0"/>
          </p:cNvCxnSpPr>
          <p:nvPr/>
        </p:nvCxnSpPr>
        <p:spPr>
          <a:xfrm>
            <a:off x="2581560" y="1606680"/>
            <a:ext cx="360" cy="258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60" name="Straight Arrow Connector 17"/>
          <p:cNvCxnSpPr>
            <a:stCxn id="855" idx="2"/>
            <a:endCxn id="858" idx="0"/>
          </p:cNvCxnSpPr>
          <p:nvPr/>
        </p:nvCxnSpPr>
        <p:spPr>
          <a:xfrm flipH="1">
            <a:off x="2581560" y="1043280"/>
            <a:ext cx="1080" cy="204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61" name="Rounded Rectangle 17"/>
          <p:cNvSpPr/>
          <p:nvPr/>
        </p:nvSpPr>
        <p:spPr>
          <a:xfrm>
            <a:off x="1973160" y="4059000"/>
            <a:ext cx="992880" cy="359640"/>
          </a:xfrm>
          <a:prstGeom prst="parallelogram">
            <a:avLst>
              <a:gd name="adj" fmla="val 25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2: GAS CHARGING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2" name="Straight Arrow Connector 143"/>
          <p:cNvCxnSpPr>
            <a:stCxn id="857" idx="4"/>
            <a:endCxn id="861" idx="1"/>
          </p:cNvCxnSpPr>
          <p:nvPr/>
        </p:nvCxnSpPr>
        <p:spPr>
          <a:xfrm flipH="1">
            <a:off x="2514600" y="3788640"/>
            <a:ext cx="14040" cy="27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63" name="Rounded Rectangle 17"/>
          <p:cNvSpPr/>
          <p:nvPr/>
        </p:nvSpPr>
        <p:spPr>
          <a:xfrm>
            <a:off x="4003920" y="4953240"/>
            <a:ext cx="1204920" cy="492840"/>
          </a:xfrm>
          <a:prstGeom prst="parallelogram">
            <a:avLst>
              <a:gd name="adj" fmla="val 25000"/>
            </a:avLst>
          </a:prstGeom>
          <a:solidFill>
            <a:srgbClr val="00B0F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2: WIRING AND CONSTRUCTION INSPECTION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Rounded Rectangle 17"/>
          <p:cNvSpPr/>
          <p:nvPr/>
        </p:nvSpPr>
        <p:spPr>
          <a:xfrm>
            <a:off x="7772400" y="1622160"/>
            <a:ext cx="1204920" cy="492840"/>
          </a:xfrm>
          <a:prstGeom prst="parallelogram">
            <a:avLst>
              <a:gd name="adj" fmla="val 25000"/>
            </a:avLst>
          </a:prstGeom>
          <a:solidFill>
            <a:schemeClr val="accent6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: RUNNING INSPECTION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Rounded Rectangle 17"/>
          <p:cNvSpPr/>
          <p:nvPr/>
        </p:nvSpPr>
        <p:spPr>
          <a:xfrm>
            <a:off x="7772400" y="2365920"/>
            <a:ext cx="1204920" cy="492840"/>
          </a:xfrm>
          <a:prstGeom prst="parallelogram">
            <a:avLst>
              <a:gd name="adj" fmla="val 25000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5: FINAL INSPECTION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Rounded Rectangle 17"/>
          <p:cNvSpPr/>
          <p:nvPr/>
        </p:nvSpPr>
        <p:spPr>
          <a:xfrm>
            <a:off x="7772400" y="3321360"/>
            <a:ext cx="1204920" cy="492840"/>
          </a:xfrm>
          <a:prstGeom prst="parallelogram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5: PACKAGING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67" name="Straight Arrow Connector 164"/>
          <p:cNvCxnSpPr/>
          <p:nvPr/>
        </p:nvCxnSpPr>
        <p:spPr>
          <a:xfrm>
            <a:off x="3375000" y="5199840"/>
            <a:ext cx="6829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68" name="Rounded Rectangle 17"/>
          <p:cNvSpPr/>
          <p:nvPr/>
        </p:nvSpPr>
        <p:spPr>
          <a:xfrm>
            <a:off x="3853440" y="2720520"/>
            <a:ext cx="1204920" cy="492840"/>
          </a:xfrm>
          <a:prstGeom prst="parallelogram">
            <a:avLst>
              <a:gd name="adj" fmla="val 25000"/>
            </a:avLst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3: INDOOR CONTROL BOARD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9" name="Straight Arrow Connector 167"/>
          <p:cNvCxnSpPr>
            <a:stCxn id="868" idx="5"/>
          </p:cNvCxnSpPr>
          <p:nvPr/>
        </p:nvCxnSpPr>
        <p:spPr>
          <a:xfrm flipH="1">
            <a:off x="3090240" y="2967120"/>
            <a:ext cx="825120" cy="28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70" name="Elbow Connector 175"/>
          <p:cNvCxnSpPr>
            <a:stCxn id="863" idx="2"/>
            <a:endCxn id="864" idx="1"/>
          </p:cNvCxnSpPr>
          <p:nvPr/>
        </p:nvCxnSpPr>
        <p:spPr>
          <a:xfrm flipV="1">
            <a:off x="5147280" y="1622160"/>
            <a:ext cx="3289680" cy="3578040"/>
          </a:xfrm>
          <a:prstGeom prst="bentConnector4">
            <a:avLst>
              <a:gd name="adj1" fmla="val 38973"/>
              <a:gd name="adj2" fmla="val 106389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71" name="Straight Arrow Connector 198"/>
          <p:cNvCxnSpPr>
            <a:stCxn id="865" idx="4"/>
            <a:endCxn id="866" idx="0"/>
          </p:cNvCxnSpPr>
          <p:nvPr/>
        </p:nvCxnSpPr>
        <p:spPr>
          <a:xfrm>
            <a:off x="8375040" y="2858760"/>
            <a:ext cx="360" cy="462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72" name="Rounded Rectangle 14"/>
          <p:cNvSpPr/>
          <p:nvPr/>
        </p:nvSpPr>
        <p:spPr>
          <a:xfrm>
            <a:off x="7826400" y="4164120"/>
            <a:ext cx="109728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3" name="Straight Arrow Connector 204"/>
          <p:cNvCxnSpPr/>
          <p:nvPr/>
        </p:nvCxnSpPr>
        <p:spPr>
          <a:xfrm>
            <a:off x="8375040" y="3838320"/>
            <a:ext cx="360" cy="328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74" name="Rectangle 205"/>
          <p:cNvSpPr/>
          <p:nvPr/>
        </p:nvSpPr>
        <p:spPr>
          <a:xfrm>
            <a:off x="0" y="15120"/>
            <a:ext cx="12191760" cy="36828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PH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LINE AUTOMATION PROPOSAL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Box 206"/>
          <p:cNvSpPr/>
          <p:nvPr/>
        </p:nvSpPr>
        <p:spPr>
          <a:xfrm>
            <a:off x="5059080" y="674640"/>
            <a:ext cx="59148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NOTE: A unit cannot proceed to the next step if it is not scanned/approved in the previous 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Rounded Rectangle 17"/>
          <p:cNvSpPr/>
          <p:nvPr/>
        </p:nvSpPr>
        <p:spPr>
          <a:xfrm>
            <a:off x="1925640" y="2720520"/>
            <a:ext cx="1204920" cy="492840"/>
          </a:xfrm>
          <a:prstGeom prst="parallelogram">
            <a:avLst>
              <a:gd name="adj" fmla="val 25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SFIS 4: CONTROL BOARD MOUNTING 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77" name="Straight Arrow Connector 2"/>
          <p:cNvCxnSpPr>
            <a:stCxn id="856" idx="4"/>
            <a:endCxn id="876" idx="1"/>
          </p:cNvCxnSpPr>
          <p:nvPr/>
        </p:nvCxnSpPr>
        <p:spPr>
          <a:xfrm>
            <a:off x="2581560" y="2400840"/>
            <a:ext cx="8640" cy="3200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78" name="Diamond 5"/>
          <p:cNvSpPr/>
          <p:nvPr/>
        </p:nvSpPr>
        <p:spPr>
          <a:xfrm>
            <a:off x="1575360" y="464976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YWA?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9" name="Straight Arrow Connector 10"/>
          <p:cNvCxnSpPr>
            <a:stCxn id="876" idx="4"/>
            <a:endCxn id="857" idx="0"/>
          </p:cNvCxnSpPr>
          <p:nvPr/>
        </p:nvCxnSpPr>
        <p:spPr>
          <a:xfrm>
            <a:off x="2528280" y="3213360"/>
            <a:ext cx="360" cy="216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80" name="Straight Arrow Connector 20"/>
          <p:cNvCxnSpPr>
            <a:stCxn id="861" idx="4"/>
            <a:endCxn id="878" idx="0"/>
          </p:cNvCxnSpPr>
          <p:nvPr/>
        </p:nvCxnSpPr>
        <p:spPr>
          <a:xfrm>
            <a:off x="2469600" y="4418640"/>
            <a:ext cx="6120" cy="2314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881" name="Rounded Rectangle 17"/>
          <p:cNvSpPr/>
          <p:nvPr/>
        </p:nvSpPr>
        <p:spPr>
          <a:xfrm>
            <a:off x="3915360" y="5661000"/>
            <a:ext cx="1204920" cy="492840"/>
          </a:xfrm>
          <a:prstGeom prst="parallelogram">
            <a:avLst>
              <a:gd name="adj" fmla="val 25000"/>
            </a:avLst>
          </a:prstGeom>
          <a:solidFill>
            <a:srgbClr val="00B0F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CONSTRUCTIONAND RUNNING INSPECTION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2" name="Elbow Connector 175"/>
          <p:cNvCxnSpPr>
            <a:stCxn id="878" idx="2"/>
            <a:endCxn id="881" idx="5"/>
          </p:cNvCxnSpPr>
          <p:nvPr/>
        </p:nvCxnSpPr>
        <p:spPr>
          <a:xfrm flipH="1" rot="16200000">
            <a:off x="3137040" y="5067360"/>
            <a:ext cx="178560" cy="1501920"/>
          </a:xfrm>
          <a:prstGeom prst="bentConnector2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83" name="Elbow Connector 175"/>
          <p:cNvCxnSpPr>
            <a:stCxn id="881" idx="2"/>
            <a:endCxn id="865" idx="5"/>
          </p:cNvCxnSpPr>
          <p:nvPr/>
        </p:nvCxnSpPr>
        <p:spPr>
          <a:xfrm flipV="1">
            <a:off x="5058720" y="2612520"/>
            <a:ext cx="2775600" cy="3295440"/>
          </a:xfrm>
          <a:prstGeom prst="bentConnector3">
            <a:avLst>
              <a:gd name="adj1" fmla="val 64132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84" name="Straight Arrow Connector 36"/>
          <p:cNvCxnSpPr>
            <a:stCxn id="864" idx="4"/>
            <a:endCxn id="865" idx="0"/>
          </p:cNvCxnSpPr>
          <p:nvPr/>
        </p:nvCxnSpPr>
        <p:spPr>
          <a:xfrm>
            <a:off x="8375040" y="2115000"/>
            <a:ext cx="360" cy="251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Rounded Rectangle 3"/>
          <p:cNvSpPr/>
          <p:nvPr/>
        </p:nvSpPr>
        <p:spPr>
          <a:xfrm>
            <a:off x="5034960" y="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Rectangle 7"/>
          <p:cNvSpPr/>
          <p:nvPr/>
        </p:nvSpPr>
        <p:spPr>
          <a:xfrm>
            <a:off x="5034960" y="5256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Diamond 152"/>
          <p:cNvSpPr/>
          <p:nvPr/>
        </p:nvSpPr>
        <p:spPr>
          <a:xfrm>
            <a:off x="5034960" y="462708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COMPRESSOR TO BE USED?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Rectangle 108"/>
          <p:cNvSpPr/>
          <p:nvPr/>
        </p:nvSpPr>
        <p:spPr>
          <a:xfrm>
            <a:off x="5034960" y="4069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1X1 SCANNING OF COMPRESSOR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Rounded Rectangle 112"/>
          <p:cNvSpPr/>
          <p:nvPr/>
        </p:nvSpPr>
        <p:spPr>
          <a:xfrm>
            <a:off x="5034960" y="64332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Parallelogram 121"/>
          <p:cNvSpPr/>
          <p:nvPr/>
        </p:nvSpPr>
        <p:spPr>
          <a:xfrm>
            <a:off x="3028320" y="52560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Parallelogram 122"/>
          <p:cNvSpPr/>
          <p:nvPr/>
        </p:nvSpPr>
        <p:spPr>
          <a:xfrm>
            <a:off x="5034960" y="591516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COMPRESSOR PART NUMBER &amp;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Rounded Rectangle 126"/>
          <p:cNvSpPr/>
          <p:nvPr/>
        </p:nvSpPr>
        <p:spPr>
          <a:xfrm>
            <a:off x="4377600" y="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Diamond 127"/>
          <p:cNvSpPr/>
          <p:nvPr/>
        </p:nvSpPr>
        <p:spPr>
          <a:xfrm>
            <a:off x="5034960" y="164484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FAN MOTOR TO BE USED?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Rectangle 128"/>
          <p:cNvSpPr/>
          <p:nvPr/>
        </p:nvSpPr>
        <p:spPr>
          <a:xfrm>
            <a:off x="5034960" y="108684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BY 1 SCANNING OF FAN MOTOR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Parallelogram 129"/>
          <p:cNvSpPr/>
          <p:nvPr/>
        </p:nvSpPr>
        <p:spPr>
          <a:xfrm>
            <a:off x="5034960" y="2932920"/>
            <a:ext cx="1799640" cy="38772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FAN MOTOR PART NUMBER &amp;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Rectangle 131"/>
          <p:cNvSpPr/>
          <p:nvPr/>
        </p:nvSpPr>
        <p:spPr>
          <a:xfrm>
            <a:off x="5034960" y="35010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7" name="Straight Arrow Connector 134"/>
          <p:cNvCxnSpPr>
            <a:stCxn id="885" idx="2"/>
            <a:endCxn id="886" idx="0"/>
          </p:cNvCxnSpPr>
          <p:nvPr/>
        </p:nvCxnSpPr>
        <p:spPr>
          <a:xfrm>
            <a:off x="5934960" y="359640"/>
            <a:ext cx="360" cy="166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98" name="Straight Arrow Connector 141"/>
          <p:cNvCxnSpPr>
            <a:stCxn id="894" idx="2"/>
            <a:endCxn id="893" idx="0"/>
          </p:cNvCxnSpPr>
          <p:nvPr/>
        </p:nvCxnSpPr>
        <p:spPr>
          <a:xfrm>
            <a:off x="5934960" y="1446480"/>
            <a:ext cx="360" cy="198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899" name="Straight Arrow Connector 143"/>
          <p:cNvCxnSpPr>
            <a:stCxn id="893" idx="2"/>
            <a:endCxn id="895" idx="0"/>
          </p:cNvCxnSpPr>
          <p:nvPr/>
        </p:nvCxnSpPr>
        <p:spPr>
          <a:xfrm>
            <a:off x="5934960" y="272448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00" name="Straight Arrow Connector 146"/>
          <p:cNvCxnSpPr>
            <a:stCxn id="895" idx="4"/>
            <a:endCxn id="896" idx="0"/>
          </p:cNvCxnSpPr>
          <p:nvPr/>
        </p:nvCxnSpPr>
        <p:spPr>
          <a:xfrm>
            <a:off x="5934960" y="3320640"/>
            <a:ext cx="360" cy="18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01" name="Straight Arrow Connector 149"/>
          <p:cNvCxnSpPr>
            <a:stCxn id="896" idx="2"/>
            <a:endCxn id="888" idx="0"/>
          </p:cNvCxnSpPr>
          <p:nvPr/>
        </p:nvCxnSpPr>
        <p:spPr>
          <a:xfrm>
            <a:off x="5934960" y="386064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02" name="Straight Arrow Connector 153"/>
          <p:cNvCxnSpPr>
            <a:stCxn id="888" idx="2"/>
            <a:endCxn id="887" idx="0"/>
          </p:cNvCxnSpPr>
          <p:nvPr/>
        </p:nvCxnSpPr>
        <p:spPr>
          <a:xfrm>
            <a:off x="5934960" y="4428720"/>
            <a:ext cx="360" cy="198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03" name="Straight Arrow Connector 164"/>
          <p:cNvCxnSpPr>
            <a:stCxn id="887" idx="2"/>
            <a:endCxn id="891" idx="0"/>
          </p:cNvCxnSpPr>
          <p:nvPr/>
        </p:nvCxnSpPr>
        <p:spPr>
          <a:xfrm>
            <a:off x="5934960" y="570672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04" name="Straight Arrow Connector 169"/>
          <p:cNvCxnSpPr>
            <a:stCxn id="891" idx="4"/>
            <a:endCxn id="889" idx="0"/>
          </p:cNvCxnSpPr>
          <p:nvPr/>
        </p:nvCxnSpPr>
        <p:spPr>
          <a:xfrm>
            <a:off x="5934960" y="6274800"/>
            <a:ext cx="360" cy="1587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05" name="Straight Arrow Connector 171"/>
          <p:cNvCxnSpPr>
            <a:stCxn id="887" idx="3"/>
          </p:cNvCxnSpPr>
          <p:nvPr/>
        </p:nvCxnSpPr>
        <p:spPr>
          <a:xfrm>
            <a:off x="6834600" y="5167080"/>
            <a:ext cx="5821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06" name="Straight Arrow Connector 172"/>
          <p:cNvCxnSpPr>
            <a:stCxn id="893" idx="3"/>
          </p:cNvCxnSpPr>
          <p:nvPr/>
        </p:nvCxnSpPr>
        <p:spPr>
          <a:xfrm flipV="1">
            <a:off x="6834600" y="2184480"/>
            <a:ext cx="582120" cy="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07" name="Straight Arrow Connector 173"/>
          <p:cNvCxnSpPr>
            <a:stCxn id="886" idx="1"/>
            <a:endCxn id="890" idx="2"/>
          </p:cNvCxnSpPr>
          <p:nvPr/>
        </p:nvCxnSpPr>
        <p:spPr>
          <a:xfrm flipH="1">
            <a:off x="4761000" y="705600"/>
            <a:ext cx="2743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908" name="Rounded Rectangle 177"/>
          <p:cNvSpPr/>
          <p:nvPr/>
        </p:nvSpPr>
        <p:spPr>
          <a:xfrm>
            <a:off x="7104960" y="643320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9" name="Straight Arrow Connector 178"/>
          <p:cNvCxnSpPr>
            <a:stCxn id="892" idx="3"/>
            <a:endCxn id="885" idx="1"/>
          </p:cNvCxnSpPr>
          <p:nvPr/>
        </p:nvCxnSpPr>
        <p:spPr>
          <a:xfrm>
            <a:off x="4737240" y="18000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10" name="Straight Arrow Connector 181"/>
          <p:cNvCxnSpPr>
            <a:stCxn id="889" idx="3"/>
            <a:endCxn id="908" idx="1"/>
          </p:cNvCxnSpPr>
          <p:nvPr/>
        </p:nvCxnSpPr>
        <p:spPr>
          <a:xfrm>
            <a:off x="6834600" y="6613200"/>
            <a:ext cx="27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911" name="Rectangle 184"/>
          <p:cNvSpPr/>
          <p:nvPr/>
        </p:nvSpPr>
        <p:spPr>
          <a:xfrm>
            <a:off x="5574960" y="27439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Rectangle 186"/>
          <p:cNvSpPr/>
          <p:nvPr/>
        </p:nvSpPr>
        <p:spPr>
          <a:xfrm>
            <a:off x="6924960" y="20098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Rectangle 187"/>
          <p:cNvSpPr/>
          <p:nvPr/>
        </p:nvSpPr>
        <p:spPr>
          <a:xfrm>
            <a:off x="6924960" y="49870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Rectangle 188"/>
          <p:cNvSpPr/>
          <p:nvPr/>
        </p:nvSpPr>
        <p:spPr>
          <a:xfrm>
            <a:off x="5574960" y="57351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Parallelogram 190"/>
          <p:cNvSpPr/>
          <p:nvPr/>
        </p:nvSpPr>
        <p:spPr>
          <a:xfrm>
            <a:off x="7416360" y="20048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Rectangle 191"/>
          <p:cNvSpPr/>
          <p:nvPr/>
        </p:nvSpPr>
        <p:spPr>
          <a:xfrm>
            <a:off x="7416360" y="25732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FAN MOTOR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7" name="Straight Arrow Connector 193"/>
          <p:cNvCxnSpPr>
            <a:endCxn id="916" idx="0"/>
          </p:cNvCxnSpPr>
          <p:nvPr/>
        </p:nvCxnSpPr>
        <p:spPr>
          <a:xfrm>
            <a:off x="8316360" y="2364480"/>
            <a:ext cx="360" cy="2091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918" name="Parallelogram 197"/>
          <p:cNvSpPr/>
          <p:nvPr/>
        </p:nvSpPr>
        <p:spPr>
          <a:xfrm>
            <a:off x="7416360" y="498708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Rectangle 198"/>
          <p:cNvSpPr/>
          <p:nvPr/>
        </p:nvSpPr>
        <p:spPr>
          <a:xfrm>
            <a:off x="7416360" y="5545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COMPRESSOR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0" name="Straight Arrow Connector 201"/>
          <p:cNvCxnSpPr>
            <a:endCxn id="919" idx="0"/>
          </p:cNvCxnSpPr>
          <p:nvPr/>
        </p:nvCxnSpPr>
        <p:spPr>
          <a:xfrm>
            <a:off x="8316360" y="5347080"/>
            <a:ext cx="360" cy="198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21" name="Elbow Connector 175"/>
          <p:cNvCxnSpPr>
            <a:stCxn id="890" idx="4"/>
            <a:endCxn id="894" idx="1"/>
          </p:cNvCxnSpPr>
          <p:nvPr/>
        </p:nvCxnSpPr>
        <p:spPr>
          <a:xfrm flipH="1" rot="16200000">
            <a:off x="4290840" y="522720"/>
            <a:ext cx="381960" cy="1107000"/>
          </a:xfrm>
          <a:prstGeom prst="bentConnector2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22" name="Elbow Connector 175"/>
          <p:cNvCxnSpPr>
            <a:stCxn id="916" idx="2"/>
            <a:endCxn id="894" idx="3"/>
          </p:cNvCxnSpPr>
          <p:nvPr/>
        </p:nvCxnSpPr>
        <p:spPr>
          <a:xfrm flipV="1" rot="16200000">
            <a:off x="6742440" y="1359000"/>
            <a:ext cx="1666440" cy="1482120"/>
          </a:xfrm>
          <a:prstGeom prst="bentConnector4">
            <a:avLst>
              <a:gd name="adj1" fmla="val -13742"/>
              <a:gd name="adj2" fmla="val -114237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23" name="Elbow Connector 175"/>
          <p:cNvCxnSpPr/>
          <p:nvPr/>
        </p:nvCxnSpPr>
        <p:spPr>
          <a:xfrm flipV="1" rot="16200000">
            <a:off x="6742080" y="4341240"/>
            <a:ext cx="1667160" cy="148176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Rounded Rectangle 1"/>
          <p:cNvSpPr/>
          <p:nvPr/>
        </p:nvSpPr>
        <p:spPr>
          <a:xfrm>
            <a:off x="4835880" y="4032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Rounded Rectangle 5"/>
          <p:cNvSpPr/>
          <p:nvPr/>
        </p:nvSpPr>
        <p:spPr>
          <a:xfrm>
            <a:off x="4835880" y="646164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Rounded Rectangle 7"/>
          <p:cNvSpPr/>
          <p:nvPr/>
        </p:nvSpPr>
        <p:spPr>
          <a:xfrm>
            <a:off x="4195080" y="4176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Diamond 8"/>
          <p:cNvSpPr/>
          <p:nvPr/>
        </p:nvSpPr>
        <p:spPr>
          <a:xfrm>
            <a:off x="4849200" y="202932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AN INVERTER MODEL?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Rectangle 9"/>
          <p:cNvSpPr/>
          <p:nvPr/>
        </p:nvSpPr>
        <p:spPr>
          <a:xfrm>
            <a:off x="4849200" y="3580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BY1 SCANNING OF CONTROL BOARD COMPLETE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Parallelogram 10"/>
          <p:cNvSpPr/>
          <p:nvPr/>
        </p:nvSpPr>
        <p:spPr>
          <a:xfrm>
            <a:off x="4835880" y="589284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CONTROL BOARD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0" name="Straight Arrow Connector 15"/>
          <p:cNvCxnSpPr>
            <a:stCxn id="929" idx="4"/>
            <a:endCxn id="925" idx="0"/>
          </p:cNvCxnSpPr>
          <p:nvPr/>
        </p:nvCxnSpPr>
        <p:spPr>
          <a:xfrm>
            <a:off x="5735880" y="625248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31" name="Straight Arrow Connector 19"/>
          <p:cNvCxnSpPr>
            <a:stCxn id="926" idx="3"/>
            <a:endCxn id="924" idx="1"/>
          </p:cNvCxnSpPr>
          <p:nvPr/>
        </p:nvCxnSpPr>
        <p:spPr>
          <a:xfrm flipV="1">
            <a:off x="4554720" y="220320"/>
            <a:ext cx="281520" cy="1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32" name="Straight Arrow Connector 20"/>
          <p:cNvCxnSpPr>
            <a:stCxn id="925" idx="3"/>
            <a:endCxn id="933" idx="1"/>
          </p:cNvCxnSpPr>
          <p:nvPr/>
        </p:nvCxnSpPr>
        <p:spPr>
          <a:xfrm>
            <a:off x="6635520" y="6641640"/>
            <a:ext cx="3376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934" name="Rectangle 21"/>
          <p:cNvSpPr/>
          <p:nvPr/>
        </p:nvSpPr>
        <p:spPr>
          <a:xfrm>
            <a:off x="6641640" y="26924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Rectangle 22"/>
          <p:cNvSpPr/>
          <p:nvPr/>
        </p:nvSpPr>
        <p:spPr>
          <a:xfrm>
            <a:off x="6652440" y="49582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Parallelogram 23"/>
          <p:cNvSpPr/>
          <p:nvPr/>
        </p:nvSpPr>
        <p:spPr>
          <a:xfrm>
            <a:off x="9065160" y="354564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Diamond 29"/>
          <p:cNvSpPr/>
          <p:nvPr/>
        </p:nvSpPr>
        <p:spPr>
          <a:xfrm>
            <a:off x="4835880" y="460404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CONTROL BOARD COMPLETE?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Rectangle 31"/>
          <p:cNvSpPr/>
          <p:nvPr/>
        </p:nvSpPr>
        <p:spPr>
          <a:xfrm>
            <a:off x="7119360" y="23893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X 1 SCANNING OF OUTDOOR PCB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Diamond 32"/>
          <p:cNvSpPr/>
          <p:nvPr/>
        </p:nvSpPr>
        <p:spPr>
          <a:xfrm>
            <a:off x="7119360" y="318096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OUTDOOR PCB?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Rectangle 33"/>
          <p:cNvSpPr/>
          <p:nvPr/>
        </p:nvSpPr>
        <p:spPr>
          <a:xfrm>
            <a:off x="9065160" y="408564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OUTDOOR PCB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Parallelogram 34"/>
          <p:cNvSpPr/>
          <p:nvPr/>
        </p:nvSpPr>
        <p:spPr>
          <a:xfrm>
            <a:off x="7085880" y="496404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Rectangle 35"/>
          <p:cNvSpPr/>
          <p:nvPr/>
        </p:nvSpPr>
        <p:spPr>
          <a:xfrm>
            <a:off x="7085880" y="56646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CONTROL BOARD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3" name="Straight Arrow Connector 45"/>
          <p:cNvCxnSpPr>
            <a:stCxn id="927" idx="2"/>
            <a:endCxn id="928" idx="0"/>
          </p:cNvCxnSpPr>
          <p:nvPr/>
        </p:nvCxnSpPr>
        <p:spPr>
          <a:xfrm>
            <a:off x="5749200" y="3108960"/>
            <a:ext cx="360" cy="471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44" name="Straight Arrow Connector 48"/>
          <p:cNvCxnSpPr>
            <a:stCxn id="928" idx="2"/>
            <a:endCxn id="937" idx="0"/>
          </p:cNvCxnSpPr>
          <p:nvPr/>
        </p:nvCxnSpPr>
        <p:spPr>
          <a:xfrm flipH="1">
            <a:off x="5735880" y="3939840"/>
            <a:ext cx="13680" cy="6645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45" name="Straight Arrow Connector 52"/>
          <p:cNvCxnSpPr>
            <a:stCxn id="937" idx="2"/>
            <a:endCxn id="929" idx="0"/>
          </p:cNvCxnSpPr>
          <p:nvPr/>
        </p:nvCxnSpPr>
        <p:spPr>
          <a:xfrm>
            <a:off x="5735880" y="568368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946" name="Parallelogram 55"/>
          <p:cNvSpPr/>
          <p:nvPr/>
        </p:nvSpPr>
        <p:spPr>
          <a:xfrm>
            <a:off x="7119360" y="43894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OUTDOOR PCB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7" name="Straight Arrow Connector 57"/>
          <p:cNvCxnSpPr>
            <a:stCxn id="937" idx="3"/>
            <a:endCxn id="941" idx="5"/>
          </p:cNvCxnSpPr>
          <p:nvPr/>
        </p:nvCxnSpPr>
        <p:spPr>
          <a:xfrm>
            <a:off x="6635520" y="5144040"/>
            <a:ext cx="45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48" name="Elbow Connector 61"/>
          <p:cNvCxnSpPr>
            <a:stCxn id="946" idx="5"/>
            <a:endCxn id="928" idx="3"/>
          </p:cNvCxnSpPr>
          <p:nvPr/>
        </p:nvCxnSpPr>
        <p:spPr>
          <a:xfrm rot="10800000">
            <a:off x="6648480" y="3760200"/>
            <a:ext cx="537840" cy="809640"/>
          </a:xfrm>
          <a:prstGeom prst="bentConnector3">
            <a:avLst>
              <a:gd name="adj1" fmla="val 49966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49" name="Straight Arrow Connector 65"/>
          <p:cNvCxnSpPr>
            <a:stCxn id="938" idx="2"/>
            <a:endCxn id="939" idx="0"/>
          </p:cNvCxnSpPr>
          <p:nvPr/>
        </p:nvCxnSpPr>
        <p:spPr>
          <a:xfrm>
            <a:off x="8019360" y="2748960"/>
            <a:ext cx="360" cy="432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50" name="Straight Arrow Connector 70"/>
          <p:cNvCxnSpPr>
            <a:stCxn id="939" idx="2"/>
            <a:endCxn id="946" idx="0"/>
          </p:cNvCxnSpPr>
          <p:nvPr/>
        </p:nvCxnSpPr>
        <p:spPr>
          <a:xfrm>
            <a:off x="8019360" y="4260600"/>
            <a:ext cx="360" cy="129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51" name="Straight Arrow Connector 78"/>
          <p:cNvCxnSpPr>
            <a:stCxn id="939" idx="3"/>
            <a:endCxn id="936" idx="5"/>
          </p:cNvCxnSpPr>
          <p:nvPr/>
        </p:nvCxnSpPr>
        <p:spPr>
          <a:xfrm>
            <a:off x="8919000" y="3720960"/>
            <a:ext cx="146520" cy="50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52" name="Straight Arrow Connector 83"/>
          <p:cNvCxnSpPr>
            <a:stCxn id="936" idx="4"/>
            <a:endCxn id="940" idx="0"/>
          </p:cNvCxnSpPr>
          <p:nvPr/>
        </p:nvCxnSpPr>
        <p:spPr>
          <a:xfrm>
            <a:off x="9965160" y="3905280"/>
            <a:ext cx="360" cy="18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53" name="Straight Arrow Connector 86"/>
          <p:cNvCxnSpPr>
            <a:stCxn id="941" idx="4"/>
            <a:endCxn id="942" idx="0"/>
          </p:cNvCxnSpPr>
          <p:nvPr/>
        </p:nvCxnSpPr>
        <p:spPr>
          <a:xfrm>
            <a:off x="7985880" y="5323680"/>
            <a:ext cx="360" cy="341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54" name="Straight Arrow Connector 90"/>
          <p:cNvCxnSpPr>
            <a:stCxn id="927" idx="3"/>
            <a:endCxn id="938" idx="1"/>
          </p:cNvCxnSpPr>
          <p:nvPr/>
        </p:nvCxnSpPr>
        <p:spPr>
          <a:xfrm>
            <a:off x="6648840" y="2569320"/>
            <a:ext cx="4708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955" name="Rectangle 93"/>
          <p:cNvSpPr/>
          <p:nvPr/>
        </p:nvSpPr>
        <p:spPr>
          <a:xfrm>
            <a:off x="5375880" y="56962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Rectangle 94"/>
          <p:cNvSpPr/>
          <p:nvPr/>
        </p:nvSpPr>
        <p:spPr>
          <a:xfrm>
            <a:off x="8812440" y="35341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Rectangle 95"/>
          <p:cNvSpPr/>
          <p:nvPr/>
        </p:nvSpPr>
        <p:spPr>
          <a:xfrm>
            <a:off x="7625880" y="42350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Rectangle 96"/>
          <p:cNvSpPr/>
          <p:nvPr/>
        </p:nvSpPr>
        <p:spPr>
          <a:xfrm>
            <a:off x="5375880" y="34088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Rounded Rectangle 97"/>
          <p:cNvSpPr/>
          <p:nvPr/>
        </p:nvSpPr>
        <p:spPr>
          <a:xfrm>
            <a:off x="6972840" y="646164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9" name="Rectangle 64"/>
          <p:cNvSpPr/>
          <p:nvPr/>
        </p:nvSpPr>
        <p:spPr>
          <a:xfrm>
            <a:off x="4835880" y="5335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Parallelogram 66"/>
          <p:cNvSpPr/>
          <p:nvPr/>
        </p:nvSpPr>
        <p:spPr>
          <a:xfrm>
            <a:off x="4852440" y="113076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1" name="Straight Arrow Connector 67"/>
          <p:cNvCxnSpPr>
            <a:stCxn id="924" idx="2"/>
            <a:endCxn id="959" idx="0"/>
          </p:cNvCxnSpPr>
          <p:nvPr/>
        </p:nvCxnSpPr>
        <p:spPr>
          <a:xfrm>
            <a:off x="5735880" y="399960"/>
            <a:ext cx="360" cy="133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62" name="Straight Arrow Connector 68"/>
          <p:cNvCxnSpPr>
            <a:stCxn id="959" idx="2"/>
          </p:cNvCxnSpPr>
          <p:nvPr/>
        </p:nvCxnSpPr>
        <p:spPr>
          <a:xfrm flipH="1">
            <a:off x="5735520" y="893160"/>
            <a:ext cx="720" cy="223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63" name="Elbow Connector 84"/>
          <p:cNvCxnSpPr>
            <a:stCxn id="960" idx="4"/>
            <a:endCxn id="927" idx="1"/>
          </p:cNvCxnSpPr>
          <p:nvPr/>
        </p:nvCxnSpPr>
        <p:spPr>
          <a:xfrm rot="5400000">
            <a:off x="4761000" y="1578240"/>
            <a:ext cx="1079280" cy="903600"/>
          </a:xfrm>
          <a:prstGeom prst="bentConnector4">
            <a:avLst>
              <a:gd name="adj1" fmla="val 24991"/>
              <a:gd name="adj2" fmla="val 125308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964" name="Rounded Rectangle 7"/>
          <p:cNvSpPr/>
          <p:nvPr/>
        </p:nvSpPr>
        <p:spPr>
          <a:xfrm>
            <a:off x="3409200" y="358884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5" name="Straight Arrow Connector 3"/>
          <p:cNvCxnSpPr>
            <a:stCxn id="964" idx="3"/>
            <a:endCxn id="928" idx="1"/>
          </p:cNvCxnSpPr>
          <p:nvPr/>
        </p:nvCxnSpPr>
        <p:spPr>
          <a:xfrm flipV="1">
            <a:off x="3768840" y="3760200"/>
            <a:ext cx="1080720" cy="9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66" name="Elbow Connector 84"/>
          <p:cNvCxnSpPr>
            <a:stCxn id="940" idx="2"/>
            <a:endCxn id="938" idx="3"/>
          </p:cNvCxnSpPr>
          <p:nvPr/>
        </p:nvCxnSpPr>
        <p:spPr>
          <a:xfrm flipV="1" rot="16200000">
            <a:off x="8504280" y="2984040"/>
            <a:ext cx="1876320" cy="1046520"/>
          </a:xfrm>
          <a:prstGeom prst="bentConnector4">
            <a:avLst>
              <a:gd name="adj1" fmla="val -12204"/>
              <a:gd name="adj2" fmla="val -95182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Rounded Rectangle 1"/>
          <p:cNvSpPr/>
          <p:nvPr/>
        </p:nvSpPr>
        <p:spPr>
          <a:xfrm>
            <a:off x="4975560" y="15876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Rectangle 2"/>
          <p:cNvSpPr/>
          <p:nvPr/>
        </p:nvSpPr>
        <p:spPr>
          <a:xfrm>
            <a:off x="4975560" y="7113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Rounded Rectangle 5"/>
          <p:cNvSpPr/>
          <p:nvPr/>
        </p:nvSpPr>
        <p:spPr>
          <a:xfrm>
            <a:off x="4975560" y="628164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Parallelogram 6"/>
          <p:cNvSpPr/>
          <p:nvPr/>
        </p:nvSpPr>
        <p:spPr>
          <a:xfrm>
            <a:off x="4975560" y="129816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AND ITS SAFETY PARTS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Rectangle 9"/>
          <p:cNvSpPr/>
          <p:nvPr/>
        </p:nvSpPr>
        <p:spPr>
          <a:xfrm>
            <a:off x="4975560" y="18766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SAFETY PARTS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Parallelogram 10"/>
          <p:cNvSpPr/>
          <p:nvPr/>
        </p:nvSpPr>
        <p:spPr>
          <a:xfrm>
            <a:off x="4975560" y="373032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SAFETY PARTS CHECKED/RECORDED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3" name="Straight Arrow Connector 11"/>
          <p:cNvCxnSpPr>
            <a:stCxn id="967" idx="2"/>
            <a:endCxn id="968" idx="0"/>
          </p:cNvCxnSpPr>
          <p:nvPr/>
        </p:nvCxnSpPr>
        <p:spPr>
          <a:xfrm>
            <a:off x="5875560" y="518400"/>
            <a:ext cx="360" cy="193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74" name="Straight Arrow Connector 12"/>
          <p:cNvCxnSpPr>
            <a:stCxn id="968" idx="2"/>
            <a:endCxn id="970" idx="0"/>
          </p:cNvCxnSpPr>
          <p:nvPr/>
        </p:nvCxnSpPr>
        <p:spPr>
          <a:xfrm>
            <a:off x="5875560" y="1071000"/>
            <a:ext cx="360" cy="227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75" name="Straight Arrow Connector 13"/>
          <p:cNvCxnSpPr>
            <a:stCxn id="970" idx="4"/>
            <a:endCxn id="971" idx="0"/>
          </p:cNvCxnSpPr>
          <p:nvPr/>
        </p:nvCxnSpPr>
        <p:spPr>
          <a:xfrm>
            <a:off x="5875560" y="1657800"/>
            <a:ext cx="360" cy="219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76" name="Straight Arrow Connector 17"/>
          <p:cNvCxnSpPr>
            <a:stCxn id="969" idx="3"/>
            <a:endCxn id="977" idx="1"/>
          </p:cNvCxnSpPr>
          <p:nvPr/>
        </p:nvCxnSpPr>
        <p:spPr>
          <a:xfrm>
            <a:off x="6775200" y="6461640"/>
            <a:ext cx="35460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978" name="Rectangle 19"/>
          <p:cNvSpPr/>
          <p:nvPr/>
        </p:nvSpPr>
        <p:spPr>
          <a:xfrm>
            <a:off x="6792120" y="27957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Diamond 21"/>
          <p:cNvSpPr/>
          <p:nvPr/>
        </p:nvSpPr>
        <p:spPr>
          <a:xfrm>
            <a:off x="4975560" y="244152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SAFETY PART(s) FOR THE RUNNING MODEL?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Parallelogram 25"/>
          <p:cNvSpPr/>
          <p:nvPr/>
        </p:nvSpPr>
        <p:spPr>
          <a:xfrm>
            <a:off x="7225560" y="280152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Rectangle 26"/>
          <p:cNvSpPr/>
          <p:nvPr/>
        </p:nvSpPr>
        <p:spPr>
          <a:xfrm>
            <a:off x="7225560" y="3502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SAFETY PART(s)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82" name="Straight Arrow Connector 29"/>
          <p:cNvCxnSpPr>
            <a:stCxn id="971" idx="2"/>
            <a:endCxn id="979" idx="0"/>
          </p:cNvCxnSpPr>
          <p:nvPr/>
        </p:nvCxnSpPr>
        <p:spPr>
          <a:xfrm>
            <a:off x="5875560" y="2236320"/>
            <a:ext cx="360" cy="2055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83" name="Straight Arrow Connector 30"/>
          <p:cNvCxnSpPr>
            <a:stCxn id="979" idx="2"/>
            <a:endCxn id="972" idx="0"/>
          </p:cNvCxnSpPr>
          <p:nvPr/>
        </p:nvCxnSpPr>
        <p:spPr>
          <a:xfrm>
            <a:off x="5875560" y="352116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84" name="Straight Arrow Connector 32"/>
          <p:cNvCxnSpPr>
            <a:stCxn id="979" idx="3"/>
            <a:endCxn id="980" idx="5"/>
          </p:cNvCxnSpPr>
          <p:nvPr/>
        </p:nvCxnSpPr>
        <p:spPr>
          <a:xfrm>
            <a:off x="6775200" y="2981520"/>
            <a:ext cx="45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85" name="Straight Arrow Connector 38"/>
          <p:cNvCxnSpPr>
            <a:stCxn id="980" idx="4"/>
            <a:endCxn id="981" idx="0"/>
          </p:cNvCxnSpPr>
          <p:nvPr/>
        </p:nvCxnSpPr>
        <p:spPr>
          <a:xfrm>
            <a:off x="8125560" y="3161160"/>
            <a:ext cx="360" cy="341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986" name="Rectangle 40"/>
          <p:cNvSpPr/>
          <p:nvPr/>
        </p:nvSpPr>
        <p:spPr>
          <a:xfrm>
            <a:off x="5515560" y="35337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Rounded Rectangle 53"/>
          <p:cNvSpPr/>
          <p:nvPr/>
        </p:nvSpPr>
        <p:spPr>
          <a:xfrm>
            <a:off x="7129440" y="628164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Rectangle 57"/>
          <p:cNvSpPr/>
          <p:nvPr/>
        </p:nvSpPr>
        <p:spPr>
          <a:xfrm>
            <a:off x="4975560" y="4273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ASSEMBLY OF CONTROL BOARD COMPLETE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Rectangle 61"/>
          <p:cNvSpPr/>
          <p:nvPr/>
        </p:nvSpPr>
        <p:spPr>
          <a:xfrm>
            <a:off x="4975560" y="48448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CONTROL BOARD COMPLETE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Parallelogram 64"/>
          <p:cNvSpPr/>
          <p:nvPr/>
        </p:nvSpPr>
        <p:spPr>
          <a:xfrm>
            <a:off x="4975560" y="5510520"/>
            <a:ext cx="1799640" cy="53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COUNT ON HOW MANY CONTROL BOARD COMPLETE WAS ASSEMBLED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0" name="Straight Arrow Connector 67"/>
          <p:cNvCxnSpPr>
            <a:stCxn id="972" idx="4"/>
            <a:endCxn id="987" idx="0"/>
          </p:cNvCxnSpPr>
          <p:nvPr/>
        </p:nvCxnSpPr>
        <p:spPr>
          <a:xfrm>
            <a:off x="5875560" y="4089960"/>
            <a:ext cx="360" cy="183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91" name="Straight Arrow Connector 70"/>
          <p:cNvCxnSpPr>
            <a:stCxn id="987" idx="2"/>
            <a:endCxn id="988" idx="0"/>
          </p:cNvCxnSpPr>
          <p:nvPr/>
        </p:nvCxnSpPr>
        <p:spPr>
          <a:xfrm>
            <a:off x="5875560" y="4632840"/>
            <a:ext cx="360" cy="2124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92" name="Straight Arrow Connector 75"/>
          <p:cNvCxnSpPr>
            <a:stCxn id="988" idx="2"/>
            <a:endCxn id="989" idx="0"/>
          </p:cNvCxnSpPr>
          <p:nvPr/>
        </p:nvCxnSpPr>
        <p:spPr>
          <a:xfrm>
            <a:off x="5875560" y="5204520"/>
            <a:ext cx="360" cy="306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93" name="Straight Arrow Connector 78"/>
          <p:cNvCxnSpPr>
            <a:stCxn id="989" idx="4"/>
            <a:endCxn id="969" idx="0"/>
          </p:cNvCxnSpPr>
          <p:nvPr/>
        </p:nvCxnSpPr>
        <p:spPr>
          <a:xfrm>
            <a:off x="5875560" y="6050160"/>
            <a:ext cx="360" cy="2318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994" name="Rounded Rectangle 97"/>
          <p:cNvSpPr/>
          <p:nvPr/>
        </p:nvSpPr>
        <p:spPr>
          <a:xfrm>
            <a:off x="4298400" y="15876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5" name="Straight Arrow Connector 71"/>
          <p:cNvCxnSpPr>
            <a:stCxn id="994" idx="3"/>
            <a:endCxn id="967" idx="1"/>
          </p:cNvCxnSpPr>
          <p:nvPr/>
        </p:nvCxnSpPr>
        <p:spPr>
          <a:xfrm>
            <a:off x="4658040" y="338760"/>
            <a:ext cx="3178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996" name="Elbow Connector 84"/>
          <p:cNvCxnSpPr>
            <a:stCxn id="981" idx="2"/>
            <a:endCxn id="971" idx="3"/>
          </p:cNvCxnSpPr>
          <p:nvPr/>
        </p:nvCxnSpPr>
        <p:spPr>
          <a:xfrm flipV="1" rot="16200000">
            <a:off x="6547680" y="2283840"/>
            <a:ext cx="1805400" cy="1350720"/>
          </a:xfrm>
          <a:prstGeom prst="bentConnector4">
            <a:avLst>
              <a:gd name="adj1" fmla="val -12684"/>
              <a:gd name="adj2" fmla="val -119834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Rounded Rectangle 8"/>
          <p:cNvSpPr/>
          <p:nvPr/>
        </p:nvSpPr>
        <p:spPr>
          <a:xfrm>
            <a:off x="1339920" y="305640"/>
            <a:ext cx="1799640" cy="443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FIRST INSPECTION (AIRTIGHT TEST)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Rectangle 9"/>
          <p:cNvSpPr/>
          <p:nvPr/>
        </p:nvSpPr>
        <p:spPr>
          <a:xfrm>
            <a:off x="1341720" y="11296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Parallelogram 15"/>
          <p:cNvSpPr/>
          <p:nvPr/>
        </p:nvSpPr>
        <p:spPr>
          <a:xfrm>
            <a:off x="4674600" y="33706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Rounded Rectangle 17"/>
          <p:cNvSpPr/>
          <p:nvPr/>
        </p:nvSpPr>
        <p:spPr>
          <a:xfrm>
            <a:off x="160200" y="3481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Diamond 18"/>
          <p:cNvSpPr/>
          <p:nvPr/>
        </p:nvSpPr>
        <p:spPr>
          <a:xfrm>
            <a:off x="1477800" y="1770840"/>
            <a:ext cx="1523520" cy="94356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UNIT INVERTER?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2" name="Straight Arrow Connector 24"/>
          <p:cNvCxnSpPr>
            <a:stCxn id="997" idx="2"/>
            <a:endCxn id="998" idx="0"/>
          </p:cNvCxnSpPr>
          <p:nvPr/>
        </p:nvCxnSpPr>
        <p:spPr>
          <a:xfrm>
            <a:off x="2239920" y="749520"/>
            <a:ext cx="2160" cy="380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03" name="Straight Arrow Connector 39"/>
          <p:cNvCxnSpPr>
            <a:stCxn id="1000" idx="3"/>
            <a:endCxn id="997" idx="1"/>
          </p:cNvCxnSpPr>
          <p:nvPr/>
        </p:nvCxnSpPr>
        <p:spPr>
          <a:xfrm flipV="1">
            <a:off x="519840" y="527760"/>
            <a:ext cx="820440" cy="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04" name="Rectangle 46"/>
          <p:cNvSpPr/>
          <p:nvPr/>
        </p:nvSpPr>
        <p:spPr>
          <a:xfrm>
            <a:off x="3230640" y="40338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Rectangle 41"/>
          <p:cNvSpPr/>
          <p:nvPr/>
        </p:nvSpPr>
        <p:spPr>
          <a:xfrm>
            <a:off x="2912400" y="201024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Parallelogram 43"/>
          <p:cNvSpPr/>
          <p:nvPr/>
        </p:nvSpPr>
        <p:spPr>
          <a:xfrm>
            <a:off x="3521880" y="206280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 IF EXPANSION VALVE IS OPEN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7" name="Straight Arrow Connector 81"/>
          <p:cNvCxnSpPr>
            <a:stCxn id="1001" idx="3"/>
            <a:endCxn id="1006" idx="5"/>
          </p:cNvCxnSpPr>
          <p:nvPr/>
        </p:nvCxnSpPr>
        <p:spPr>
          <a:xfrm>
            <a:off x="3001320" y="2242800"/>
            <a:ext cx="5209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08" name="Straight Arrow Connector 84"/>
          <p:cNvCxnSpPr>
            <a:endCxn id="999" idx="0"/>
          </p:cNvCxnSpPr>
          <p:nvPr/>
        </p:nvCxnSpPr>
        <p:spPr>
          <a:xfrm>
            <a:off x="5574600" y="2957400"/>
            <a:ext cx="360" cy="4136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09" name="Straight Arrow Connector 5"/>
          <p:cNvCxnSpPr/>
          <p:nvPr/>
        </p:nvCxnSpPr>
        <p:spPr>
          <a:xfrm>
            <a:off x="5572440" y="3723840"/>
            <a:ext cx="360" cy="413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10" name="Rounded Rectangle 38"/>
          <p:cNvSpPr/>
          <p:nvPr/>
        </p:nvSpPr>
        <p:spPr>
          <a:xfrm>
            <a:off x="9857880" y="6018120"/>
            <a:ext cx="359640" cy="35964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Rectangle 2"/>
          <p:cNvSpPr/>
          <p:nvPr/>
        </p:nvSpPr>
        <p:spPr>
          <a:xfrm>
            <a:off x="4674600" y="4213800"/>
            <a:ext cx="1799640" cy="35964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CONDUCT OF VACUUMING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2" name="Straight Arrow Connector 47"/>
          <p:cNvCxnSpPr/>
          <p:nvPr/>
        </p:nvCxnSpPr>
        <p:spPr>
          <a:xfrm>
            <a:off x="6474600" y="4360320"/>
            <a:ext cx="6501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13" name="Diamond 48"/>
          <p:cNvSpPr/>
          <p:nvPr/>
        </p:nvSpPr>
        <p:spPr>
          <a:xfrm>
            <a:off x="4786560" y="4920480"/>
            <a:ext cx="1575360" cy="10382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UNIT VACUUMED?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Parallelogram 49"/>
          <p:cNvSpPr/>
          <p:nvPr/>
        </p:nvSpPr>
        <p:spPr>
          <a:xfrm>
            <a:off x="7002360" y="52578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 LIGHT ALARM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5" name="Straight Arrow Connector 50"/>
          <p:cNvCxnSpPr/>
          <p:nvPr/>
        </p:nvCxnSpPr>
        <p:spPr>
          <a:xfrm>
            <a:off x="6352200" y="5437800"/>
            <a:ext cx="6501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16" name="Rectangle 51"/>
          <p:cNvSpPr/>
          <p:nvPr/>
        </p:nvSpPr>
        <p:spPr>
          <a:xfrm>
            <a:off x="6234840" y="523692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7" name="Straight Arrow Connector 52"/>
          <p:cNvCxnSpPr/>
          <p:nvPr/>
        </p:nvCxnSpPr>
        <p:spPr>
          <a:xfrm>
            <a:off x="5572440" y="5971680"/>
            <a:ext cx="360" cy="413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18" name="Rectangle 53"/>
          <p:cNvSpPr/>
          <p:nvPr/>
        </p:nvSpPr>
        <p:spPr>
          <a:xfrm>
            <a:off x="4674600" y="64285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YET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Rounded Rectangle 8"/>
          <p:cNvSpPr/>
          <p:nvPr/>
        </p:nvSpPr>
        <p:spPr>
          <a:xfrm>
            <a:off x="9137880" y="5209920"/>
            <a:ext cx="1799640" cy="443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FIRST INSPECTION (AIRTIGHT TEST)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0" name="Straight Arrow Connector 57"/>
          <p:cNvCxnSpPr>
            <a:stCxn id="1019" idx="2"/>
            <a:endCxn id="1010" idx="0"/>
          </p:cNvCxnSpPr>
          <p:nvPr/>
        </p:nvCxnSpPr>
        <p:spPr>
          <a:xfrm>
            <a:off x="10037880" y="5653800"/>
            <a:ext cx="360" cy="3646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21" name="Straight Arrow Connector 60"/>
          <p:cNvCxnSpPr>
            <a:stCxn id="1014" idx="2"/>
            <a:endCxn id="1019" idx="1"/>
          </p:cNvCxnSpPr>
          <p:nvPr/>
        </p:nvCxnSpPr>
        <p:spPr>
          <a:xfrm flipV="1">
            <a:off x="8757360" y="5432040"/>
            <a:ext cx="380880" cy="6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22" name="Diamond 16"/>
          <p:cNvSpPr/>
          <p:nvPr/>
        </p:nvSpPr>
        <p:spPr>
          <a:xfrm>
            <a:off x="5842080" y="1648080"/>
            <a:ext cx="1803600" cy="11887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EXPANSION VALVE FULLY OPENED?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3" name="Straight Arrow Connector 20"/>
          <p:cNvCxnSpPr>
            <a:stCxn id="1006" idx="2"/>
            <a:endCxn id="1022" idx="1"/>
          </p:cNvCxnSpPr>
          <p:nvPr/>
        </p:nvCxnSpPr>
        <p:spPr>
          <a:xfrm flipV="1">
            <a:off x="5321520" y="2242440"/>
            <a:ext cx="520920" cy="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24" name="Elbow Connector 37"/>
          <p:cNvCxnSpPr>
            <a:stCxn id="1022" idx="0"/>
            <a:endCxn id="1006" idx="0"/>
          </p:cNvCxnSpPr>
          <p:nvPr/>
        </p:nvCxnSpPr>
        <p:spPr>
          <a:xfrm rot="5400000">
            <a:off x="5375520" y="694440"/>
            <a:ext cx="415080" cy="2322360"/>
          </a:xfrm>
          <a:prstGeom prst="bentConnector3">
            <a:avLst>
              <a:gd name="adj1" fmla="val -55121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25" name="Straight Arrow Connector 28"/>
          <p:cNvCxnSpPr>
            <a:stCxn id="998" idx="2"/>
            <a:endCxn id="1001" idx="0"/>
          </p:cNvCxnSpPr>
          <p:nvPr/>
        </p:nvCxnSpPr>
        <p:spPr>
          <a:xfrm flipH="1">
            <a:off x="2239560" y="1489320"/>
            <a:ext cx="2520" cy="2818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26" name="Parallelogram 31"/>
          <p:cNvSpPr/>
          <p:nvPr/>
        </p:nvSpPr>
        <p:spPr>
          <a:xfrm>
            <a:off x="1339920" y="306900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AIRTIGHT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7" name="Straight Arrow Connector 32"/>
          <p:cNvCxnSpPr>
            <a:stCxn id="1001" idx="2"/>
            <a:endCxn id="1026" idx="0"/>
          </p:cNvCxnSpPr>
          <p:nvPr/>
        </p:nvCxnSpPr>
        <p:spPr>
          <a:xfrm>
            <a:off x="2239560" y="2714400"/>
            <a:ext cx="720" cy="354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28" name="Diamond 35"/>
          <p:cNvSpPr/>
          <p:nvPr/>
        </p:nvSpPr>
        <p:spPr>
          <a:xfrm>
            <a:off x="1335960" y="3658680"/>
            <a:ext cx="1803600" cy="11887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THERE LEAKS? CLOGS?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9" name="Elbow Connector 37"/>
          <p:cNvCxnSpPr>
            <a:stCxn id="1028" idx="1"/>
            <a:endCxn id="1026" idx="5"/>
          </p:cNvCxnSpPr>
          <p:nvPr/>
        </p:nvCxnSpPr>
        <p:spPr>
          <a:xfrm flipH="1" rot="10800000">
            <a:off x="1335600" y="3248640"/>
            <a:ext cx="4320" cy="1004400"/>
          </a:xfrm>
          <a:prstGeom prst="bentConnector3">
            <a:avLst>
              <a:gd name="adj1" fmla="val -10645454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30" name="Straight Arrow Connector 55"/>
          <p:cNvCxnSpPr>
            <a:stCxn id="1011" idx="2"/>
            <a:endCxn id="1013" idx="0"/>
          </p:cNvCxnSpPr>
          <p:nvPr/>
        </p:nvCxnSpPr>
        <p:spPr>
          <a:xfrm flipH="1">
            <a:off x="5574240" y="4573440"/>
            <a:ext cx="720" cy="3474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31" name="Elbow Connector 37"/>
          <p:cNvCxnSpPr>
            <a:stCxn id="1022" idx="2"/>
            <a:endCxn id="999" idx="0"/>
          </p:cNvCxnSpPr>
          <p:nvPr/>
        </p:nvCxnSpPr>
        <p:spPr>
          <a:xfrm rot="5400000">
            <a:off x="5892120" y="2518920"/>
            <a:ext cx="534240" cy="1169640"/>
          </a:xfrm>
          <a:prstGeom prst="bentConnector3">
            <a:avLst>
              <a:gd name="adj1" fmla="val 23398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32" name="Rectangle 69"/>
          <p:cNvSpPr/>
          <p:nvPr/>
        </p:nvSpPr>
        <p:spPr>
          <a:xfrm>
            <a:off x="6677280" y="286884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Rectangle 70"/>
          <p:cNvSpPr/>
          <p:nvPr/>
        </p:nvSpPr>
        <p:spPr>
          <a:xfrm>
            <a:off x="6352560" y="12200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4" name="Elbow Connector 37"/>
          <p:cNvCxnSpPr>
            <a:stCxn id="1028" idx="3"/>
            <a:endCxn id="999" idx="5"/>
          </p:cNvCxnSpPr>
          <p:nvPr/>
        </p:nvCxnSpPr>
        <p:spPr>
          <a:xfrm flipV="1">
            <a:off x="3139560" y="3550680"/>
            <a:ext cx="1602360" cy="702720"/>
          </a:xfrm>
          <a:prstGeom prst="bentConnector3">
            <a:avLst>
              <a:gd name="adj1" fmla="val 50022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35" name="Rectangle 77"/>
          <p:cNvSpPr/>
          <p:nvPr/>
        </p:nvSpPr>
        <p:spPr>
          <a:xfrm>
            <a:off x="915480" y="433080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ounded Rectangle 8"/>
          <p:cNvSpPr/>
          <p:nvPr/>
        </p:nvSpPr>
        <p:spPr>
          <a:xfrm>
            <a:off x="4822920" y="53352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Rectangle 9"/>
          <p:cNvSpPr/>
          <p:nvPr/>
        </p:nvSpPr>
        <p:spPr>
          <a:xfrm>
            <a:off x="4822920" y="10587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Rounded Rectangle 14"/>
          <p:cNvSpPr/>
          <p:nvPr/>
        </p:nvSpPr>
        <p:spPr>
          <a:xfrm>
            <a:off x="4822920" y="500904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Parallelogram 15"/>
          <p:cNvSpPr/>
          <p:nvPr/>
        </p:nvSpPr>
        <p:spPr>
          <a:xfrm>
            <a:off x="4822920" y="20152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Rounded Rectangle 17"/>
          <p:cNvSpPr/>
          <p:nvPr/>
        </p:nvSpPr>
        <p:spPr>
          <a:xfrm>
            <a:off x="4165560" y="5335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Diamond 18"/>
          <p:cNvSpPr/>
          <p:nvPr/>
        </p:nvSpPr>
        <p:spPr>
          <a:xfrm>
            <a:off x="4822920" y="315216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GAS CHARGE FOR THE RUNNING MODEL?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Rectangle 19"/>
          <p:cNvSpPr/>
          <p:nvPr/>
        </p:nvSpPr>
        <p:spPr>
          <a:xfrm>
            <a:off x="4822920" y="25941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GAS CHARGING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Parallelogram 20"/>
          <p:cNvSpPr/>
          <p:nvPr/>
        </p:nvSpPr>
        <p:spPr>
          <a:xfrm>
            <a:off x="4822920" y="444024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GAS CHARGE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4" name="Straight Arrow Connector 24"/>
          <p:cNvCxnSpPr>
            <a:stCxn id="1036" idx="2"/>
          </p:cNvCxnSpPr>
          <p:nvPr/>
        </p:nvCxnSpPr>
        <p:spPr>
          <a:xfrm flipH="1">
            <a:off x="5722560" y="893160"/>
            <a:ext cx="720" cy="165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45" name="Straight Arrow Connector 25"/>
          <p:cNvCxnSpPr>
            <a:stCxn id="1037" idx="2"/>
          </p:cNvCxnSpPr>
          <p:nvPr/>
        </p:nvCxnSpPr>
        <p:spPr>
          <a:xfrm flipH="1">
            <a:off x="5722560" y="1418400"/>
            <a:ext cx="720" cy="597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46" name="Straight Arrow Connector 26"/>
          <p:cNvCxnSpPr>
            <a:stCxn id="1042" idx="2"/>
            <a:endCxn id="1041" idx="0"/>
          </p:cNvCxnSpPr>
          <p:nvPr/>
        </p:nvCxnSpPr>
        <p:spPr>
          <a:xfrm>
            <a:off x="5722920" y="2953800"/>
            <a:ext cx="360" cy="198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47" name="Straight Arrow Connector 27"/>
          <p:cNvCxnSpPr>
            <a:stCxn id="1041" idx="2"/>
            <a:endCxn id="1043" idx="0"/>
          </p:cNvCxnSpPr>
          <p:nvPr/>
        </p:nvCxnSpPr>
        <p:spPr>
          <a:xfrm>
            <a:off x="5722920" y="423180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48" name="Straight Arrow Connector 28"/>
          <p:cNvCxnSpPr>
            <a:stCxn id="1043" idx="4"/>
            <a:endCxn id="1038" idx="0"/>
          </p:cNvCxnSpPr>
          <p:nvPr/>
        </p:nvCxnSpPr>
        <p:spPr>
          <a:xfrm>
            <a:off x="5722920" y="479988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49" name="Elbow Connector 37"/>
          <p:cNvCxnSpPr>
            <a:stCxn id="1050" idx="2"/>
            <a:endCxn id="1042" idx="3"/>
          </p:cNvCxnSpPr>
          <p:nvPr/>
        </p:nvCxnSpPr>
        <p:spPr>
          <a:xfrm flipH="1" flipV="1">
            <a:off x="6622560" y="2774160"/>
            <a:ext cx="2262960" cy="918360"/>
          </a:xfrm>
          <a:prstGeom prst="bentConnector3">
            <a:avLst>
              <a:gd name="adj1" fmla="val -10119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51" name="Rounded Rectangle 38"/>
          <p:cNvSpPr/>
          <p:nvPr/>
        </p:nvSpPr>
        <p:spPr>
          <a:xfrm>
            <a:off x="6892920" y="50090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52" name="Straight Arrow Connector 39"/>
          <p:cNvCxnSpPr>
            <a:stCxn id="1040" idx="3"/>
            <a:endCxn id="1036" idx="1"/>
          </p:cNvCxnSpPr>
          <p:nvPr/>
        </p:nvCxnSpPr>
        <p:spPr>
          <a:xfrm>
            <a:off x="4525200" y="71352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53" name="Straight Arrow Connector 40"/>
          <p:cNvCxnSpPr>
            <a:stCxn id="1038" idx="3"/>
            <a:endCxn id="1051" idx="1"/>
          </p:cNvCxnSpPr>
          <p:nvPr/>
        </p:nvCxnSpPr>
        <p:spPr>
          <a:xfrm>
            <a:off x="6622560" y="5189040"/>
            <a:ext cx="27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54" name="Rectangle 45"/>
          <p:cNvSpPr/>
          <p:nvPr/>
        </p:nvSpPr>
        <p:spPr>
          <a:xfrm>
            <a:off x="5362920" y="42512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Rectangle 46"/>
          <p:cNvSpPr/>
          <p:nvPr/>
        </p:nvSpPr>
        <p:spPr>
          <a:xfrm>
            <a:off x="6674040" y="34909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Parallelogram 48"/>
          <p:cNvSpPr/>
          <p:nvPr/>
        </p:nvSpPr>
        <p:spPr>
          <a:xfrm>
            <a:off x="7085520" y="351216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PRINT: “INCORRECT”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6" name="Straight Arrow Connector 51"/>
          <p:cNvCxnSpPr>
            <a:stCxn id="1041" idx="3"/>
            <a:endCxn id="1050" idx="5"/>
          </p:cNvCxnSpPr>
          <p:nvPr/>
        </p:nvCxnSpPr>
        <p:spPr>
          <a:xfrm>
            <a:off x="6622560" y="3692160"/>
            <a:ext cx="4633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57" name="Straight Arrow Connector 30"/>
          <p:cNvCxnSpPr>
            <a:stCxn id="1039" idx="4"/>
            <a:endCxn id="1042" idx="0"/>
          </p:cNvCxnSpPr>
          <p:nvPr/>
        </p:nvCxnSpPr>
        <p:spPr>
          <a:xfrm>
            <a:off x="5722920" y="2374920"/>
            <a:ext cx="360" cy="219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Rounded Rectangle 8"/>
          <p:cNvSpPr/>
          <p:nvPr/>
        </p:nvSpPr>
        <p:spPr>
          <a:xfrm>
            <a:off x="2310480" y="237600"/>
            <a:ext cx="2009880" cy="401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INSPECTION 2 (WIRING AND CONSTRUCTION)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Rectangle 9"/>
          <p:cNvSpPr/>
          <p:nvPr/>
        </p:nvSpPr>
        <p:spPr>
          <a:xfrm>
            <a:off x="2415600" y="844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Rounded Rectangle 14"/>
          <p:cNvSpPr/>
          <p:nvPr/>
        </p:nvSpPr>
        <p:spPr>
          <a:xfrm>
            <a:off x="7905600" y="12042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Parallelogram 15"/>
          <p:cNvSpPr/>
          <p:nvPr/>
        </p:nvSpPr>
        <p:spPr>
          <a:xfrm>
            <a:off x="2415600" y="180072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Rounded Rectangle 17"/>
          <p:cNvSpPr/>
          <p:nvPr/>
        </p:nvSpPr>
        <p:spPr>
          <a:xfrm>
            <a:off x="1770480" y="2588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Diamond 18"/>
          <p:cNvSpPr/>
          <p:nvPr/>
        </p:nvSpPr>
        <p:spPr>
          <a:xfrm>
            <a:off x="2415600" y="2937600"/>
            <a:ext cx="1799640" cy="1079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UNIT HAVE THE CORRECT SEQUENCE OF WIRINGS?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Rectangle 19"/>
          <p:cNvSpPr/>
          <p:nvPr/>
        </p:nvSpPr>
        <p:spPr>
          <a:xfrm>
            <a:off x="2415600" y="23796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OF WIRING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Parallelogram 20"/>
          <p:cNvSpPr/>
          <p:nvPr/>
        </p:nvSpPr>
        <p:spPr>
          <a:xfrm>
            <a:off x="2415600" y="422568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AND RECORD: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6" name="Straight Arrow Connector 24"/>
          <p:cNvCxnSpPr>
            <a:stCxn id="1058" idx="2"/>
            <a:endCxn id="1059" idx="0"/>
          </p:cNvCxnSpPr>
          <p:nvPr/>
        </p:nvCxnSpPr>
        <p:spPr>
          <a:xfrm>
            <a:off x="3315600" y="639360"/>
            <a:ext cx="360" cy="205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67" name="Straight Arrow Connector 25"/>
          <p:cNvCxnSpPr>
            <a:stCxn id="1059" idx="2"/>
          </p:cNvCxnSpPr>
          <p:nvPr/>
        </p:nvCxnSpPr>
        <p:spPr>
          <a:xfrm>
            <a:off x="3315600" y="1203840"/>
            <a:ext cx="360" cy="597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68" name="Straight Arrow Connector 26"/>
          <p:cNvCxnSpPr>
            <a:stCxn id="1064" idx="2"/>
            <a:endCxn id="1063" idx="0"/>
          </p:cNvCxnSpPr>
          <p:nvPr/>
        </p:nvCxnSpPr>
        <p:spPr>
          <a:xfrm>
            <a:off x="3315600" y="2739240"/>
            <a:ext cx="360" cy="198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69" name="Straight Arrow Connector 27"/>
          <p:cNvCxnSpPr>
            <a:stCxn id="1063" idx="2"/>
            <a:endCxn id="1065" idx="0"/>
          </p:cNvCxnSpPr>
          <p:nvPr/>
        </p:nvCxnSpPr>
        <p:spPr>
          <a:xfrm>
            <a:off x="3315600" y="4017240"/>
            <a:ext cx="360" cy="208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70" name="Elbow Connector 37"/>
          <p:cNvCxnSpPr>
            <a:endCxn id="1064" idx="3"/>
          </p:cNvCxnSpPr>
          <p:nvPr/>
        </p:nvCxnSpPr>
        <p:spPr>
          <a:xfrm flipH="1" flipV="1">
            <a:off x="4215240" y="2559600"/>
            <a:ext cx="2262960" cy="918360"/>
          </a:xfrm>
          <a:prstGeom prst="bentConnector3">
            <a:avLst>
              <a:gd name="adj1" fmla="val -10119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71" name="Rounded Rectangle 38"/>
          <p:cNvSpPr/>
          <p:nvPr/>
        </p:nvSpPr>
        <p:spPr>
          <a:xfrm>
            <a:off x="9975600" y="120420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72" name="Straight Arrow Connector 39"/>
          <p:cNvCxnSpPr>
            <a:stCxn id="1062" idx="3"/>
            <a:endCxn id="1058" idx="1"/>
          </p:cNvCxnSpPr>
          <p:nvPr/>
        </p:nvCxnSpPr>
        <p:spPr>
          <a:xfrm flipV="1">
            <a:off x="2130120" y="438480"/>
            <a:ext cx="180720" cy="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73" name="Straight Arrow Connector 40"/>
          <p:cNvCxnSpPr>
            <a:stCxn id="1060" idx="3"/>
            <a:endCxn id="1071" idx="1"/>
          </p:cNvCxnSpPr>
          <p:nvPr/>
        </p:nvCxnSpPr>
        <p:spPr>
          <a:xfrm>
            <a:off x="9705240" y="1384200"/>
            <a:ext cx="2707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74" name="Rectangle 45"/>
          <p:cNvSpPr/>
          <p:nvPr/>
        </p:nvSpPr>
        <p:spPr>
          <a:xfrm>
            <a:off x="2955600" y="40366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Rectangle 46"/>
          <p:cNvSpPr/>
          <p:nvPr/>
        </p:nvSpPr>
        <p:spPr>
          <a:xfrm>
            <a:off x="4266720" y="32763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Parallelogram 48"/>
          <p:cNvSpPr/>
          <p:nvPr/>
        </p:nvSpPr>
        <p:spPr>
          <a:xfrm>
            <a:off x="4678200" y="32976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7" name="Straight Arrow Connector 51"/>
          <p:cNvCxnSpPr>
            <a:stCxn id="1063" idx="3"/>
          </p:cNvCxnSpPr>
          <p:nvPr/>
        </p:nvCxnSpPr>
        <p:spPr>
          <a:xfrm>
            <a:off x="4215240" y="3477600"/>
            <a:ext cx="4629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78" name="Straight Arrow Connector 30"/>
          <p:cNvCxnSpPr>
            <a:stCxn id="1061" idx="4"/>
            <a:endCxn id="1064" idx="0"/>
          </p:cNvCxnSpPr>
          <p:nvPr/>
        </p:nvCxnSpPr>
        <p:spPr>
          <a:xfrm>
            <a:off x="3315600" y="2160360"/>
            <a:ext cx="360" cy="2196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79" name="Rectangle 1"/>
          <p:cNvSpPr/>
          <p:nvPr/>
        </p:nvSpPr>
        <p:spPr>
          <a:xfrm>
            <a:off x="4678200" y="23688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REWORK WIRING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Rectangle 2"/>
          <p:cNvSpPr/>
          <p:nvPr/>
        </p:nvSpPr>
        <p:spPr>
          <a:xfrm>
            <a:off x="2415600" y="48330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INSPECTION OF CONSTRUCTION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1" name="Straight Arrow Connector 3"/>
          <p:cNvCxnSpPr>
            <a:stCxn id="1065" idx="4"/>
            <a:endCxn id="1080" idx="0"/>
          </p:cNvCxnSpPr>
          <p:nvPr/>
        </p:nvCxnSpPr>
        <p:spPr>
          <a:xfrm>
            <a:off x="3315600" y="4585320"/>
            <a:ext cx="360" cy="2480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82" name="Diamond 6"/>
          <p:cNvSpPr/>
          <p:nvPr/>
        </p:nvSpPr>
        <p:spPr>
          <a:xfrm>
            <a:off x="2291040" y="5439960"/>
            <a:ext cx="2049120" cy="122940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THERE TOUCHING MATERIALS? MISALIGNED TUBES? LACKING PARTS?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3" name="Straight Arrow Connector 7"/>
          <p:cNvCxnSpPr>
            <a:stCxn id="1080" idx="2"/>
            <a:endCxn id="1082" idx="0"/>
          </p:cNvCxnSpPr>
          <p:nvPr/>
        </p:nvCxnSpPr>
        <p:spPr>
          <a:xfrm>
            <a:off x="3315600" y="5192640"/>
            <a:ext cx="360" cy="2476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084" name="Elbow Connector 37"/>
          <p:cNvCxnSpPr>
            <a:endCxn id="1080" idx="3"/>
          </p:cNvCxnSpPr>
          <p:nvPr/>
        </p:nvCxnSpPr>
        <p:spPr>
          <a:xfrm flipH="1" flipV="1">
            <a:off x="4215240" y="5013000"/>
            <a:ext cx="2421360" cy="1048320"/>
          </a:xfrm>
          <a:prstGeom prst="bentConnector3">
            <a:avLst>
              <a:gd name="adj1" fmla="val -9457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85" name="Rectangle 13"/>
          <p:cNvSpPr/>
          <p:nvPr/>
        </p:nvSpPr>
        <p:spPr>
          <a:xfrm>
            <a:off x="4425120" y="57402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Parallelogram 16"/>
          <p:cNvSpPr/>
          <p:nvPr/>
        </p:nvSpPr>
        <p:spPr>
          <a:xfrm>
            <a:off x="4836600" y="588132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SCAN: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7" name="Straight Arrow Connector 21"/>
          <p:cNvCxnSpPr/>
          <p:nvPr/>
        </p:nvCxnSpPr>
        <p:spPr>
          <a:xfrm>
            <a:off x="4373640" y="6060960"/>
            <a:ext cx="4629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88" name="Rectangle 22"/>
          <p:cNvSpPr/>
          <p:nvPr/>
        </p:nvSpPr>
        <p:spPr>
          <a:xfrm>
            <a:off x="4785120" y="484344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REWORK WIRING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9" name="Elbow Connector 37"/>
          <p:cNvCxnSpPr>
            <a:stCxn id="1082" idx="2"/>
          </p:cNvCxnSpPr>
          <p:nvPr/>
        </p:nvCxnSpPr>
        <p:spPr>
          <a:xfrm flipH="1" flipV="1" rot="5400000">
            <a:off x="2525040" y="1288800"/>
            <a:ext cx="6171120" cy="4590360"/>
          </a:xfrm>
          <a:prstGeom prst="bentConnector3">
            <a:avLst>
              <a:gd name="adj1" fmla="val 0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90" name="Parallelogram 33"/>
          <p:cNvSpPr/>
          <p:nvPr/>
        </p:nvSpPr>
        <p:spPr>
          <a:xfrm>
            <a:off x="7905600" y="3186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AND RECORD: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Rectangle 41"/>
          <p:cNvSpPr/>
          <p:nvPr/>
        </p:nvSpPr>
        <p:spPr>
          <a:xfrm>
            <a:off x="3558960" y="65394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2" name="Straight Arrow Connector 43"/>
          <p:cNvCxnSpPr>
            <a:stCxn id="1090" idx="4"/>
            <a:endCxn id="1060" idx="0"/>
          </p:cNvCxnSpPr>
          <p:nvPr/>
        </p:nvCxnSpPr>
        <p:spPr>
          <a:xfrm>
            <a:off x="8805600" y="678240"/>
            <a:ext cx="360" cy="526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093" name="TextBox 4"/>
          <p:cNvSpPr/>
          <p:nvPr/>
        </p:nvSpPr>
        <p:spPr>
          <a:xfrm>
            <a:off x="8878680" y="3785400"/>
            <a:ext cx="1122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 YWA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Rounded Rectangle 8"/>
          <p:cNvSpPr/>
          <p:nvPr/>
        </p:nvSpPr>
        <p:spPr>
          <a:xfrm>
            <a:off x="2415600" y="3186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INSPECTION 3 (RUNNING INSPECTION)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Rectangle 9"/>
          <p:cNvSpPr/>
          <p:nvPr/>
        </p:nvSpPr>
        <p:spPr>
          <a:xfrm>
            <a:off x="2415600" y="844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Rounded Rectangle 14"/>
          <p:cNvSpPr/>
          <p:nvPr/>
        </p:nvSpPr>
        <p:spPr>
          <a:xfrm>
            <a:off x="9740880" y="61218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INSPECTION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Parallelogram 15"/>
          <p:cNvSpPr/>
          <p:nvPr/>
        </p:nvSpPr>
        <p:spPr>
          <a:xfrm>
            <a:off x="2415600" y="1496520"/>
            <a:ext cx="1799640" cy="3452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Rounded Rectangle 17"/>
          <p:cNvSpPr/>
          <p:nvPr/>
        </p:nvSpPr>
        <p:spPr>
          <a:xfrm>
            <a:off x="1758240" y="31860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Diamond 18"/>
          <p:cNvSpPr/>
          <p:nvPr/>
        </p:nvSpPr>
        <p:spPr>
          <a:xfrm>
            <a:off x="6828480" y="184680"/>
            <a:ext cx="3029400" cy="1817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UNIT NOT NOISY (COMPRESSOR, AND FAN MOTOR)? IS THE AIRSWING FUNCTIONING? ARE THE EVAPORATOR AND CONDENSER TUBES COLD OR HOT? IS THE PROGRAM RIGHT? ARE THE KNOBS WORKING?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0" name="Straight Arrow Connector 24"/>
          <p:cNvCxnSpPr>
            <a:stCxn id="1094" idx="2"/>
          </p:cNvCxnSpPr>
          <p:nvPr/>
        </p:nvCxnSpPr>
        <p:spPr>
          <a:xfrm>
            <a:off x="3315600" y="678240"/>
            <a:ext cx="360" cy="166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01" name="Straight Arrow Connector 25"/>
          <p:cNvCxnSpPr>
            <a:stCxn id="1095" idx="2"/>
            <a:endCxn id="1097" idx="0"/>
          </p:cNvCxnSpPr>
          <p:nvPr/>
        </p:nvCxnSpPr>
        <p:spPr>
          <a:xfrm>
            <a:off x="3315600" y="1203840"/>
            <a:ext cx="360" cy="2930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02" name="Rounded Rectangle 38"/>
          <p:cNvSpPr/>
          <p:nvPr/>
        </p:nvSpPr>
        <p:spPr>
          <a:xfrm>
            <a:off x="10460880" y="466776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03" name="Straight Arrow Connector 39"/>
          <p:cNvCxnSpPr>
            <a:stCxn id="1098" idx="3"/>
            <a:endCxn id="1094" idx="1"/>
          </p:cNvCxnSpPr>
          <p:nvPr/>
        </p:nvCxnSpPr>
        <p:spPr>
          <a:xfrm>
            <a:off x="2117880" y="49860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04" name="Parallelogram 33"/>
          <p:cNvSpPr/>
          <p:nvPr/>
        </p:nvSpPr>
        <p:spPr>
          <a:xfrm>
            <a:off x="7443360" y="49946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AND RECORD: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5" name="Straight Arrow Connector 43"/>
          <p:cNvCxnSpPr>
            <a:stCxn id="1104" idx="4"/>
            <a:endCxn id="1106" idx="0"/>
          </p:cNvCxnSpPr>
          <p:nvPr/>
        </p:nvCxnSpPr>
        <p:spPr>
          <a:xfrm>
            <a:off x="8343360" y="5354280"/>
            <a:ext cx="25560" cy="7794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07" name="Rectangle 32"/>
          <p:cNvSpPr/>
          <p:nvPr/>
        </p:nvSpPr>
        <p:spPr>
          <a:xfrm>
            <a:off x="2415600" y="210744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PUNCTURE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Diamond 35"/>
          <p:cNvSpPr/>
          <p:nvPr/>
        </p:nvSpPr>
        <p:spPr>
          <a:xfrm>
            <a:off x="2045160" y="2664720"/>
            <a:ext cx="2525760" cy="15152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UNIT THE TEST? DOES THE UNIT HAVE THE RIGHT PROGRAM?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Parallelogram 47"/>
          <p:cNvSpPr/>
          <p:nvPr/>
        </p:nvSpPr>
        <p:spPr>
          <a:xfrm>
            <a:off x="4852800" y="325548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Rectangle 50"/>
          <p:cNvSpPr/>
          <p:nvPr/>
        </p:nvSpPr>
        <p:spPr>
          <a:xfrm>
            <a:off x="2415600" y="50295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RUNNING INSPECTION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Rectangle 55"/>
          <p:cNvSpPr/>
          <p:nvPr/>
        </p:nvSpPr>
        <p:spPr>
          <a:xfrm>
            <a:off x="7443360" y="222984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CHARACTERISTIC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Diamond 57"/>
          <p:cNvSpPr/>
          <p:nvPr/>
        </p:nvSpPr>
        <p:spPr>
          <a:xfrm>
            <a:off x="7244640" y="3471480"/>
            <a:ext cx="2197440" cy="13183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 VALUES WITHIN THE RANGE?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Parallelogram 58"/>
          <p:cNvSpPr/>
          <p:nvPr/>
        </p:nvSpPr>
        <p:spPr>
          <a:xfrm>
            <a:off x="7443360" y="28436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 CHARAC TEST VALUES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Parallelogram 59"/>
          <p:cNvSpPr/>
          <p:nvPr/>
        </p:nvSpPr>
        <p:spPr>
          <a:xfrm>
            <a:off x="9790200" y="394776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Rounded Rectangle 17"/>
          <p:cNvSpPr/>
          <p:nvPr/>
        </p:nvSpPr>
        <p:spPr>
          <a:xfrm>
            <a:off x="11739600" y="61387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6" name="Straight Arrow Connector 4"/>
          <p:cNvCxnSpPr>
            <a:endCxn id="1107" idx="0"/>
          </p:cNvCxnSpPr>
          <p:nvPr/>
        </p:nvCxnSpPr>
        <p:spPr>
          <a:xfrm>
            <a:off x="3315600" y="1851840"/>
            <a:ext cx="360" cy="255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17" name="Straight Arrow Connector 6"/>
          <p:cNvCxnSpPr/>
          <p:nvPr/>
        </p:nvCxnSpPr>
        <p:spPr>
          <a:xfrm>
            <a:off x="3315600" y="2464200"/>
            <a:ext cx="360" cy="180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18" name="Straight Arrow Connector 11"/>
          <p:cNvCxnSpPr>
            <a:stCxn id="1108" idx="2"/>
            <a:endCxn id="1110" idx="0"/>
          </p:cNvCxnSpPr>
          <p:nvPr/>
        </p:nvCxnSpPr>
        <p:spPr>
          <a:xfrm>
            <a:off x="3308040" y="4179960"/>
            <a:ext cx="7920" cy="8499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19" name="Straight Arrow Connector 20"/>
          <p:cNvCxnSpPr>
            <a:stCxn id="1108" idx="3"/>
          </p:cNvCxnSpPr>
          <p:nvPr/>
        </p:nvCxnSpPr>
        <p:spPr>
          <a:xfrm flipV="1">
            <a:off x="4570920" y="3422160"/>
            <a:ext cx="310680" cy="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20" name="Straight Arrow Connector 26"/>
          <p:cNvCxnSpPr>
            <a:stCxn id="1114" idx="3"/>
            <a:endCxn id="1102" idx="0"/>
          </p:cNvCxnSpPr>
          <p:nvPr/>
        </p:nvCxnSpPr>
        <p:spPr>
          <a:xfrm flipH="1">
            <a:off x="10640880" y="4307400"/>
            <a:ext cx="4680" cy="36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21" name="Elbow Connector 37"/>
          <p:cNvCxnSpPr>
            <a:stCxn id="1110" idx="3"/>
            <a:endCxn id="1099" idx="0"/>
          </p:cNvCxnSpPr>
          <p:nvPr/>
        </p:nvCxnSpPr>
        <p:spPr>
          <a:xfrm flipV="1">
            <a:off x="4215240" y="184680"/>
            <a:ext cx="4128480" cy="5025240"/>
          </a:xfrm>
          <a:prstGeom prst="bentConnector4">
            <a:avLst>
              <a:gd name="adj1" fmla="val 64759"/>
              <a:gd name="adj2" fmla="val 104549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22" name="Parallelogram 45"/>
          <p:cNvSpPr/>
          <p:nvPr/>
        </p:nvSpPr>
        <p:spPr>
          <a:xfrm>
            <a:off x="10315800" y="9108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3" name="Straight Arrow Connector 51"/>
          <p:cNvCxnSpPr>
            <a:stCxn id="1099" idx="2"/>
            <a:endCxn id="1111" idx="0"/>
          </p:cNvCxnSpPr>
          <p:nvPr/>
        </p:nvCxnSpPr>
        <p:spPr>
          <a:xfrm>
            <a:off x="8343360" y="2002320"/>
            <a:ext cx="360" cy="2278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24" name="Straight Arrow Connector 56"/>
          <p:cNvCxnSpPr>
            <a:stCxn id="1111" idx="2"/>
            <a:endCxn id="1113" idx="0"/>
          </p:cNvCxnSpPr>
          <p:nvPr/>
        </p:nvCxnSpPr>
        <p:spPr>
          <a:xfrm>
            <a:off x="8343360" y="2589480"/>
            <a:ext cx="360" cy="254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25" name="Straight Arrow Connector 64"/>
          <p:cNvCxnSpPr>
            <a:stCxn id="1113" idx="4"/>
            <a:endCxn id="1112" idx="0"/>
          </p:cNvCxnSpPr>
          <p:nvPr/>
        </p:nvCxnSpPr>
        <p:spPr>
          <a:xfrm>
            <a:off x="8343360" y="3203280"/>
            <a:ext cx="360" cy="2685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26" name="Straight Arrow Connector 69"/>
          <p:cNvCxnSpPr>
            <a:stCxn id="1112" idx="2"/>
            <a:endCxn id="1104" idx="0"/>
          </p:cNvCxnSpPr>
          <p:nvPr/>
        </p:nvCxnSpPr>
        <p:spPr>
          <a:xfrm>
            <a:off x="8343360" y="4789800"/>
            <a:ext cx="360" cy="205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27" name="Straight Arrow Connector 82"/>
          <p:cNvCxnSpPr>
            <a:stCxn id="1099" idx="3"/>
            <a:endCxn id="1122" idx="5"/>
          </p:cNvCxnSpPr>
          <p:nvPr/>
        </p:nvCxnSpPr>
        <p:spPr>
          <a:xfrm flipV="1">
            <a:off x="9857880" y="1090800"/>
            <a:ext cx="503280" cy="3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28" name="Straight Arrow Connector 88"/>
          <p:cNvCxnSpPr>
            <a:stCxn id="1112" idx="3"/>
            <a:endCxn id="1114" idx="5"/>
          </p:cNvCxnSpPr>
          <p:nvPr/>
        </p:nvCxnSpPr>
        <p:spPr>
          <a:xfrm flipV="1">
            <a:off x="9442080" y="4127760"/>
            <a:ext cx="393480" cy="3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29" name="Straight Arrow Connector 95"/>
          <p:cNvCxnSpPr>
            <a:stCxn id="1096" idx="3"/>
            <a:endCxn id="1115" idx="1"/>
          </p:cNvCxnSpPr>
          <p:nvPr/>
        </p:nvCxnSpPr>
        <p:spPr>
          <a:xfrm>
            <a:off x="11540520" y="6301800"/>
            <a:ext cx="199440" cy="17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30" name="Rounded Rectangle 38"/>
          <p:cNvSpPr/>
          <p:nvPr/>
        </p:nvSpPr>
        <p:spPr>
          <a:xfrm>
            <a:off x="5506200" y="401328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31" name="Straight Arrow Connector 101"/>
          <p:cNvCxnSpPr>
            <a:endCxn id="1130" idx="0"/>
          </p:cNvCxnSpPr>
          <p:nvPr/>
        </p:nvCxnSpPr>
        <p:spPr>
          <a:xfrm flipH="1">
            <a:off x="5686200" y="3653280"/>
            <a:ext cx="4680" cy="360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32" name="Rounded Rectangle 38"/>
          <p:cNvSpPr/>
          <p:nvPr/>
        </p:nvSpPr>
        <p:spPr>
          <a:xfrm>
            <a:off x="10959840" y="16639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33" name="Straight Arrow Connector 103"/>
          <p:cNvCxnSpPr>
            <a:endCxn id="1132" idx="0"/>
          </p:cNvCxnSpPr>
          <p:nvPr/>
        </p:nvCxnSpPr>
        <p:spPr>
          <a:xfrm flipH="1">
            <a:off x="11139840" y="1303560"/>
            <a:ext cx="4680" cy="36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34" name="Rectangle 104"/>
          <p:cNvSpPr/>
          <p:nvPr/>
        </p:nvSpPr>
        <p:spPr>
          <a:xfrm>
            <a:off x="4530240" y="32425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Rectangle 105"/>
          <p:cNvSpPr/>
          <p:nvPr/>
        </p:nvSpPr>
        <p:spPr>
          <a:xfrm>
            <a:off x="9411480" y="38577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Rectangle 106"/>
          <p:cNvSpPr/>
          <p:nvPr/>
        </p:nvSpPr>
        <p:spPr>
          <a:xfrm>
            <a:off x="10002960" y="8622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Rectangle 107"/>
          <p:cNvSpPr/>
          <p:nvPr/>
        </p:nvSpPr>
        <p:spPr>
          <a:xfrm>
            <a:off x="3308040" y="477468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Rectangle 108"/>
          <p:cNvSpPr/>
          <p:nvPr/>
        </p:nvSpPr>
        <p:spPr>
          <a:xfrm>
            <a:off x="8301600" y="203544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Rectangle 109"/>
          <p:cNvSpPr/>
          <p:nvPr/>
        </p:nvSpPr>
        <p:spPr>
          <a:xfrm>
            <a:off x="8289720" y="481608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TextBox 3"/>
          <p:cNvSpPr/>
          <p:nvPr/>
        </p:nvSpPr>
        <p:spPr>
          <a:xfrm>
            <a:off x="757080" y="2160720"/>
            <a:ext cx="10162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 YWA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Rectangle 21"/>
          <p:cNvSpPr/>
          <p:nvPr/>
        </p:nvSpPr>
        <p:spPr>
          <a:xfrm>
            <a:off x="4733640" y="50295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 CHECKING/KNOB CHECK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Rectangle 27"/>
          <p:cNvSpPr/>
          <p:nvPr/>
        </p:nvSpPr>
        <p:spPr>
          <a:xfrm>
            <a:off x="7466760" y="55177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LEAK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Parallelogram 28"/>
          <p:cNvSpPr/>
          <p:nvPr/>
        </p:nvSpPr>
        <p:spPr>
          <a:xfrm>
            <a:off x="7468560" y="613332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 LEAK TEST RESULT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3" name="Straight Arrow Connector 29"/>
          <p:cNvCxnSpPr>
            <a:endCxn id="1106" idx="0"/>
          </p:cNvCxnSpPr>
          <p:nvPr/>
        </p:nvCxnSpPr>
        <p:spPr>
          <a:xfrm>
            <a:off x="8368560" y="5971680"/>
            <a:ext cx="360" cy="162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44" name="Straight Arrow Connector 61"/>
          <p:cNvCxnSpPr>
            <a:stCxn id="1106" idx="2"/>
          </p:cNvCxnSpPr>
          <p:nvPr/>
        </p:nvCxnSpPr>
        <p:spPr>
          <a:xfrm flipV="1">
            <a:off x="9223560" y="6298560"/>
            <a:ext cx="517320" cy="15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Rounded Rectangle 8"/>
          <p:cNvSpPr/>
          <p:nvPr/>
        </p:nvSpPr>
        <p:spPr>
          <a:xfrm>
            <a:off x="2415600" y="3186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INSPECTION 3 (RUNNING INSPECTION)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Rectangle 9"/>
          <p:cNvSpPr/>
          <p:nvPr/>
        </p:nvSpPr>
        <p:spPr>
          <a:xfrm>
            <a:off x="2415600" y="844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Rounded Rectangle 14"/>
          <p:cNvSpPr/>
          <p:nvPr/>
        </p:nvSpPr>
        <p:spPr>
          <a:xfrm>
            <a:off x="9740880" y="61218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INSPECTION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Parallelogram 15"/>
          <p:cNvSpPr/>
          <p:nvPr/>
        </p:nvSpPr>
        <p:spPr>
          <a:xfrm>
            <a:off x="2415600" y="1496520"/>
            <a:ext cx="1799640" cy="3452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Rounded Rectangle 17"/>
          <p:cNvSpPr/>
          <p:nvPr/>
        </p:nvSpPr>
        <p:spPr>
          <a:xfrm>
            <a:off x="1758240" y="31860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Diamond 18"/>
          <p:cNvSpPr/>
          <p:nvPr/>
        </p:nvSpPr>
        <p:spPr>
          <a:xfrm>
            <a:off x="6828480" y="184680"/>
            <a:ext cx="3029400" cy="18176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UNIT NOT NOISY (COMPRESSOR, AND FAN MOTOR)? IS THE AIRSWING FUNCTIONING? ARE THE EVAPORATOR AND CONDENSER TUBES COLD OR HOT? IS THE PROGRAM RIGHT? ARE THE KNOBS WORKING?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51" name="Straight Arrow Connector 24"/>
          <p:cNvCxnSpPr>
            <a:stCxn id="1145" idx="2"/>
          </p:cNvCxnSpPr>
          <p:nvPr/>
        </p:nvCxnSpPr>
        <p:spPr>
          <a:xfrm>
            <a:off x="3315600" y="678240"/>
            <a:ext cx="360" cy="166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52" name="Straight Arrow Connector 25"/>
          <p:cNvCxnSpPr>
            <a:stCxn id="1146" idx="2"/>
            <a:endCxn id="1148" idx="0"/>
          </p:cNvCxnSpPr>
          <p:nvPr/>
        </p:nvCxnSpPr>
        <p:spPr>
          <a:xfrm>
            <a:off x="3315600" y="1203840"/>
            <a:ext cx="360" cy="2930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53" name="Rounded Rectangle 38"/>
          <p:cNvSpPr/>
          <p:nvPr/>
        </p:nvSpPr>
        <p:spPr>
          <a:xfrm>
            <a:off x="10460880" y="466776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54" name="Straight Arrow Connector 39"/>
          <p:cNvCxnSpPr>
            <a:stCxn id="1149" idx="3"/>
            <a:endCxn id="1145" idx="1"/>
          </p:cNvCxnSpPr>
          <p:nvPr/>
        </p:nvCxnSpPr>
        <p:spPr>
          <a:xfrm>
            <a:off x="2117880" y="49860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55" name="Parallelogram 33"/>
          <p:cNvSpPr/>
          <p:nvPr/>
        </p:nvSpPr>
        <p:spPr>
          <a:xfrm>
            <a:off x="7443360" y="49946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AND RECORD: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56" name="Straight Arrow Connector 43"/>
          <p:cNvCxnSpPr>
            <a:stCxn id="1155" idx="4"/>
            <a:endCxn id="1157" idx="0"/>
          </p:cNvCxnSpPr>
          <p:nvPr/>
        </p:nvCxnSpPr>
        <p:spPr>
          <a:xfrm>
            <a:off x="8343360" y="5354280"/>
            <a:ext cx="25560" cy="7794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58" name="Rectangle 32"/>
          <p:cNvSpPr/>
          <p:nvPr/>
        </p:nvSpPr>
        <p:spPr>
          <a:xfrm>
            <a:off x="2414880" y="3211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PUNCTURE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Diamond 35"/>
          <p:cNvSpPr/>
          <p:nvPr/>
        </p:nvSpPr>
        <p:spPr>
          <a:xfrm>
            <a:off x="2044440" y="3768120"/>
            <a:ext cx="2525760" cy="15152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UNIT THE TEST? DOES THE UNIT HAVE THE RIGHT PROGRAM?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" name="Parallelogram 47"/>
          <p:cNvSpPr/>
          <p:nvPr/>
        </p:nvSpPr>
        <p:spPr>
          <a:xfrm>
            <a:off x="4852080" y="43592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Rectangle 50"/>
          <p:cNvSpPr/>
          <p:nvPr/>
        </p:nvSpPr>
        <p:spPr>
          <a:xfrm>
            <a:off x="2414880" y="61333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RUNNING INSPECTION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Rectangle 55"/>
          <p:cNvSpPr/>
          <p:nvPr/>
        </p:nvSpPr>
        <p:spPr>
          <a:xfrm>
            <a:off x="7443360" y="222984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CHARACTERISTIC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Diamond 57"/>
          <p:cNvSpPr/>
          <p:nvPr/>
        </p:nvSpPr>
        <p:spPr>
          <a:xfrm>
            <a:off x="7244640" y="3471480"/>
            <a:ext cx="2197440" cy="13183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 VALUES WITHIN THE RANGE?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Parallelogram 58"/>
          <p:cNvSpPr/>
          <p:nvPr/>
        </p:nvSpPr>
        <p:spPr>
          <a:xfrm>
            <a:off x="7443360" y="28436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 CHARAC TEST VALUES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Parallelogram 59"/>
          <p:cNvSpPr/>
          <p:nvPr/>
        </p:nvSpPr>
        <p:spPr>
          <a:xfrm>
            <a:off x="9790200" y="394776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Rounded Rectangle 17"/>
          <p:cNvSpPr/>
          <p:nvPr/>
        </p:nvSpPr>
        <p:spPr>
          <a:xfrm>
            <a:off x="11739600" y="61387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7" name="Straight Arrow Connector 4"/>
          <p:cNvCxnSpPr>
            <a:stCxn id="1168" idx="2"/>
            <a:endCxn id="1158" idx="0"/>
          </p:cNvCxnSpPr>
          <p:nvPr/>
        </p:nvCxnSpPr>
        <p:spPr>
          <a:xfrm>
            <a:off x="3314880" y="2709720"/>
            <a:ext cx="360" cy="5018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69" name="Straight Arrow Connector 6"/>
          <p:cNvCxnSpPr/>
          <p:nvPr/>
        </p:nvCxnSpPr>
        <p:spPr>
          <a:xfrm>
            <a:off x="3314520" y="3567600"/>
            <a:ext cx="360" cy="180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70" name="Straight Arrow Connector 11"/>
          <p:cNvCxnSpPr>
            <a:stCxn id="1159" idx="2"/>
            <a:endCxn id="1161" idx="0"/>
          </p:cNvCxnSpPr>
          <p:nvPr/>
        </p:nvCxnSpPr>
        <p:spPr>
          <a:xfrm>
            <a:off x="3307320" y="5283360"/>
            <a:ext cx="7920" cy="850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71" name="Straight Arrow Connector 20"/>
          <p:cNvCxnSpPr>
            <a:stCxn id="1159" idx="3"/>
          </p:cNvCxnSpPr>
          <p:nvPr/>
        </p:nvCxnSpPr>
        <p:spPr>
          <a:xfrm>
            <a:off x="4570200" y="4525920"/>
            <a:ext cx="3106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72" name="Straight Arrow Connector 26"/>
          <p:cNvCxnSpPr>
            <a:stCxn id="1165" idx="3"/>
            <a:endCxn id="1153" idx="0"/>
          </p:cNvCxnSpPr>
          <p:nvPr/>
        </p:nvCxnSpPr>
        <p:spPr>
          <a:xfrm flipH="1">
            <a:off x="10640880" y="4307400"/>
            <a:ext cx="4680" cy="36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73" name="Elbow Connector 37"/>
          <p:cNvCxnSpPr>
            <a:stCxn id="1161" idx="3"/>
            <a:endCxn id="1150" idx="0"/>
          </p:cNvCxnSpPr>
          <p:nvPr/>
        </p:nvCxnSpPr>
        <p:spPr>
          <a:xfrm flipV="1">
            <a:off x="4214520" y="184680"/>
            <a:ext cx="4129200" cy="6129000"/>
          </a:xfrm>
          <a:prstGeom prst="bentConnector4">
            <a:avLst>
              <a:gd name="adj1" fmla="val 61426"/>
              <a:gd name="adj2" fmla="val 101967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74" name="Parallelogram 45"/>
          <p:cNvSpPr/>
          <p:nvPr/>
        </p:nvSpPr>
        <p:spPr>
          <a:xfrm>
            <a:off x="10315800" y="91080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5" name="Straight Arrow Connector 51"/>
          <p:cNvCxnSpPr>
            <a:stCxn id="1150" idx="2"/>
            <a:endCxn id="1162" idx="0"/>
          </p:cNvCxnSpPr>
          <p:nvPr/>
        </p:nvCxnSpPr>
        <p:spPr>
          <a:xfrm>
            <a:off x="8343360" y="2002320"/>
            <a:ext cx="360" cy="2278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76" name="Straight Arrow Connector 56"/>
          <p:cNvCxnSpPr>
            <a:stCxn id="1162" idx="2"/>
            <a:endCxn id="1164" idx="0"/>
          </p:cNvCxnSpPr>
          <p:nvPr/>
        </p:nvCxnSpPr>
        <p:spPr>
          <a:xfrm>
            <a:off x="8343360" y="2589480"/>
            <a:ext cx="360" cy="254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77" name="Straight Arrow Connector 64"/>
          <p:cNvCxnSpPr>
            <a:stCxn id="1164" idx="4"/>
            <a:endCxn id="1163" idx="0"/>
          </p:cNvCxnSpPr>
          <p:nvPr/>
        </p:nvCxnSpPr>
        <p:spPr>
          <a:xfrm>
            <a:off x="8343360" y="3203280"/>
            <a:ext cx="360" cy="2685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78" name="Straight Arrow Connector 69"/>
          <p:cNvCxnSpPr>
            <a:stCxn id="1163" idx="2"/>
            <a:endCxn id="1155" idx="0"/>
          </p:cNvCxnSpPr>
          <p:nvPr/>
        </p:nvCxnSpPr>
        <p:spPr>
          <a:xfrm>
            <a:off x="8343360" y="4789800"/>
            <a:ext cx="360" cy="205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79" name="Straight Arrow Connector 82"/>
          <p:cNvCxnSpPr>
            <a:stCxn id="1150" idx="3"/>
            <a:endCxn id="1174" idx="5"/>
          </p:cNvCxnSpPr>
          <p:nvPr/>
        </p:nvCxnSpPr>
        <p:spPr>
          <a:xfrm flipV="1">
            <a:off x="9857880" y="1090800"/>
            <a:ext cx="503280" cy="3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80" name="Straight Arrow Connector 88"/>
          <p:cNvCxnSpPr>
            <a:stCxn id="1163" idx="3"/>
            <a:endCxn id="1165" idx="5"/>
          </p:cNvCxnSpPr>
          <p:nvPr/>
        </p:nvCxnSpPr>
        <p:spPr>
          <a:xfrm flipV="1">
            <a:off x="9442080" y="4127760"/>
            <a:ext cx="393480" cy="32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81" name="Straight Arrow Connector 95"/>
          <p:cNvCxnSpPr>
            <a:stCxn id="1147" idx="3"/>
            <a:endCxn id="1166" idx="1"/>
          </p:cNvCxnSpPr>
          <p:nvPr/>
        </p:nvCxnSpPr>
        <p:spPr>
          <a:xfrm>
            <a:off x="11540520" y="6301800"/>
            <a:ext cx="199440" cy="17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82" name="Rounded Rectangle 38"/>
          <p:cNvSpPr/>
          <p:nvPr/>
        </p:nvSpPr>
        <p:spPr>
          <a:xfrm>
            <a:off x="5505480" y="51170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83" name="Straight Arrow Connector 101"/>
          <p:cNvCxnSpPr>
            <a:endCxn id="1182" idx="0"/>
          </p:cNvCxnSpPr>
          <p:nvPr/>
        </p:nvCxnSpPr>
        <p:spPr>
          <a:xfrm flipH="1">
            <a:off x="5685480" y="4757040"/>
            <a:ext cx="4680" cy="360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84" name="Rounded Rectangle 38"/>
          <p:cNvSpPr/>
          <p:nvPr/>
        </p:nvSpPr>
        <p:spPr>
          <a:xfrm>
            <a:off x="10959840" y="16639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85" name="Straight Arrow Connector 103"/>
          <p:cNvCxnSpPr>
            <a:endCxn id="1184" idx="0"/>
          </p:cNvCxnSpPr>
          <p:nvPr/>
        </p:nvCxnSpPr>
        <p:spPr>
          <a:xfrm flipH="1">
            <a:off x="11139840" y="1303560"/>
            <a:ext cx="4680" cy="36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86" name="Rectangle 104"/>
          <p:cNvSpPr/>
          <p:nvPr/>
        </p:nvSpPr>
        <p:spPr>
          <a:xfrm>
            <a:off x="4529520" y="43459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Rectangle 105"/>
          <p:cNvSpPr/>
          <p:nvPr/>
        </p:nvSpPr>
        <p:spPr>
          <a:xfrm>
            <a:off x="9411480" y="38577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Rectangle 106"/>
          <p:cNvSpPr/>
          <p:nvPr/>
        </p:nvSpPr>
        <p:spPr>
          <a:xfrm>
            <a:off x="10002960" y="8622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Rectangle 107"/>
          <p:cNvSpPr/>
          <p:nvPr/>
        </p:nvSpPr>
        <p:spPr>
          <a:xfrm>
            <a:off x="3307320" y="587844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Rectangle 108"/>
          <p:cNvSpPr/>
          <p:nvPr/>
        </p:nvSpPr>
        <p:spPr>
          <a:xfrm>
            <a:off x="8301600" y="203544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Rectangle 109"/>
          <p:cNvSpPr/>
          <p:nvPr/>
        </p:nvSpPr>
        <p:spPr>
          <a:xfrm>
            <a:off x="8289720" y="481608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Rectangle 21"/>
          <p:cNvSpPr/>
          <p:nvPr/>
        </p:nvSpPr>
        <p:spPr>
          <a:xfrm>
            <a:off x="4732920" y="61333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 CHECKING/KNOB CHECK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Rectangle 27"/>
          <p:cNvSpPr/>
          <p:nvPr/>
        </p:nvSpPr>
        <p:spPr>
          <a:xfrm>
            <a:off x="7466760" y="551772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LEAK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Parallelogram 28"/>
          <p:cNvSpPr/>
          <p:nvPr/>
        </p:nvSpPr>
        <p:spPr>
          <a:xfrm>
            <a:off x="7468560" y="613332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 LEAK TEST RESULT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94" name="Straight Arrow Connector 29"/>
          <p:cNvCxnSpPr>
            <a:endCxn id="1157" idx="0"/>
          </p:cNvCxnSpPr>
          <p:nvPr/>
        </p:nvCxnSpPr>
        <p:spPr>
          <a:xfrm>
            <a:off x="8368560" y="5971680"/>
            <a:ext cx="360" cy="162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195" name="Straight Arrow Connector 61"/>
          <p:cNvCxnSpPr>
            <a:stCxn id="1157" idx="2"/>
          </p:cNvCxnSpPr>
          <p:nvPr/>
        </p:nvCxnSpPr>
        <p:spPr>
          <a:xfrm flipV="1">
            <a:off x="9223560" y="6298560"/>
            <a:ext cx="517320" cy="15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168" name="Rectangle 5"/>
          <p:cNvSpPr/>
          <p:nvPr/>
        </p:nvSpPr>
        <p:spPr>
          <a:xfrm>
            <a:off x="2414880" y="2350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CONSTRUCTION INSPECTION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96" name="Straight Arrow Connector 10"/>
          <p:cNvCxnSpPr>
            <a:stCxn id="1148" idx="4"/>
            <a:endCxn id="1168" idx="0"/>
          </p:cNvCxnSpPr>
          <p:nvPr/>
        </p:nvCxnSpPr>
        <p:spPr>
          <a:xfrm flipH="1">
            <a:off x="3314880" y="1841760"/>
            <a:ext cx="1080" cy="5086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Rounded Rectangle 8"/>
          <p:cNvSpPr/>
          <p:nvPr/>
        </p:nvSpPr>
        <p:spPr>
          <a:xfrm>
            <a:off x="2415600" y="31860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INSPECTION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Rectangle 9"/>
          <p:cNvSpPr/>
          <p:nvPr/>
        </p:nvSpPr>
        <p:spPr>
          <a:xfrm>
            <a:off x="2415600" y="84420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Parallelogram 15"/>
          <p:cNvSpPr/>
          <p:nvPr/>
        </p:nvSpPr>
        <p:spPr>
          <a:xfrm>
            <a:off x="2415600" y="1413000"/>
            <a:ext cx="1799640" cy="3452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Rounded Rectangle 17"/>
          <p:cNvSpPr/>
          <p:nvPr/>
        </p:nvSpPr>
        <p:spPr>
          <a:xfrm>
            <a:off x="1758240" y="31860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Diamond 18"/>
          <p:cNvSpPr/>
          <p:nvPr/>
        </p:nvSpPr>
        <p:spPr>
          <a:xfrm>
            <a:off x="2118240" y="2673000"/>
            <a:ext cx="2251080" cy="135036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THE SERIAL AND MODEL NUMBER THE SAME?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Rectangle 19"/>
          <p:cNvSpPr/>
          <p:nvPr/>
        </p:nvSpPr>
        <p:spPr>
          <a:xfrm>
            <a:off x="2374560" y="41932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PUNCTURE AND CHARACTERISTIC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3" name="Straight Arrow Connector 24"/>
          <p:cNvCxnSpPr>
            <a:stCxn id="1197" idx="2"/>
          </p:cNvCxnSpPr>
          <p:nvPr/>
        </p:nvCxnSpPr>
        <p:spPr>
          <a:xfrm>
            <a:off x="3315600" y="678240"/>
            <a:ext cx="360" cy="166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04" name="Straight Arrow Connector 25"/>
          <p:cNvCxnSpPr>
            <a:stCxn id="1198" idx="2"/>
            <a:endCxn id="1199" idx="0"/>
          </p:cNvCxnSpPr>
          <p:nvPr/>
        </p:nvCxnSpPr>
        <p:spPr>
          <a:xfrm>
            <a:off x="3315600" y="1203840"/>
            <a:ext cx="360" cy="209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05" name="Rounded Rectangle 38"/>
          <p:cNvSpPr/>
          <p:nvPr/>
        </p:nvSpPr>
        <p:spPr>
          <a:xfrm>
            <a:off x="5200560" y="63482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06" name="Straight Arrow Connector 39"/>
          <p:cNvCxnSpPr>
            <a:stCxn id="1200" idx="3"/>
            <a:endCxn id="1197" idx="1"/>
          </p:cNvCxnSpPr>
          <p:nvPr/>
        </p:nvCxnSpPr>
        <p:spPr>
          <a:xfrm>
            <a:off x="2117880" y="498600"/>
            <a:ext cx="29808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07" name="Parallelogram 1"/>
          <p:cNvSpPr/>
          <p:nvPr/>
        </p:nvSpPr>
        <p:spPr>
          <a:xfrm>
            <a:off x="2374560" y="475848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RECORD CHARAC TEST VALUES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Diamond 35"/>
          <p:cNvSpPr/>
          <p:nvPr/>
        </p:nvSpPr>
        <p:spPr>
          <a:xfrm>
            <a:off x="6861600" y="2133360"/>
            <a:ext cx="2497680" cy="15152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UNIT HAVE THE CORRECT MODEL LABEL AND BADGE? CORRECT MANUAL COMPLETE AND FRONT GRILLE?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Parallelogram 54"/>
          <p:cNvSpPr/>
          <p:nvPr/>
        </p:nvSpPr>
        <p:spPr>
          <a:xfrm>
            <a:off x="4538160" y="316692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PRINT “ERROR”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Diamond 57"/>
          <p:cNvSpPr/>
          <p:nvPr/>
        </p:nvSpPr>
        <p:spPr>
          <a:xfrm>
            <a:off x="2175480" y="5298480"/>
            <a:ext cx="2197440" cy="13183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 VALUES WITHIN THE RANGE? DOES THE UNIT PASSED IN THE PUNCTURE TEST?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Parallelogram 59"/>
          <p:cNvSpPr/>
          <p:nvPr/>
        </p:nvSpPr>
        <p:spPr>
          <a:xfrm>
            <a:off x="4480560" y="57776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“NO 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Rounded Rectangle 17"/>
          <p:cNvSpPr/>
          <p:nvPr/>
        </p:nvSpPr>
        <p:spPr>
          <a:xfrm>
            <a:off x="7885080" y="560592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Parallelogram 4"/>
          <p:cNvSpPr/>
          <p:nvPr/>
        </p:nvSpPr>
        <p:spPr>
          <a:xfrm>
            <a:off x="7257240" y="68724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“GOOD”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Rectangle 5"/>
          <p:cNvSpPr/>
          <p:nvPr/>
        </p:nvSpPr>
        <p:spPr>
          <a:xfrm>
            <a:off x="7210440" y="12268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 INSPECTION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Rectangle 6"/>
          <p:cNvSpPr/>
          <p:nvPr/>
        </p:nvSpPr>
        <p:spPr>
          <a:xfrm>
            <a:off x="2374560" y="1899720"/>
            <a:ext cx="1799640" cy="59292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 IN NAME PLATE AND BARCODE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Parallelogram 10"/>
          <p:cNvSpPr/>
          <p:nvPr/>
        </p:nvSpPr>
        <p:spPr>
          <a:xfrm>
            <a:off x="7168320" y="4108680"/>
            <a:ext cx="1799640" cy="35964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AND RECORD: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Rounded Rectangle 14"/>
          <p:cNvSpPr/>
          <p:nvPr/>
        </p:nvSpPr>
        <p:spPr>
          <a:xfrm>
            <a:off x="7168320" y="491508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INSPECTION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18" name="Straight Arrow Connector 2"/>
          <p:cNvCxnSpPr>
            <a:stCxn id="1199" idx="4"/>
            <a:endCxn id="1215" idx="0"/>
          </p:cNvCxnSpPr>
          <p:nvPr/>
        </p:nvCxnSpPr>
        <p:spPr>
          <a:xfrm flipH="1">
            <a:off x="3274560" y="1758240"/>
            <a:ext cx="41400" cy="1418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19" name="Straight Arrow Connector 12"/>
          <p:cNvCxnSpPr>
            <a:stCxn id="1215" idx="2"/>
            <a:endCxn id="1201" idx="0"/>
          </p:cNvCxnSpPr>
          <p:nvPr/>
        </p:nvCxnSpPr>
        <p:spPr>
          <a:xfrm flipH="1">
            <a:off x="3243960" y="2492640"/>
            <a:ext cx="30960" cy="18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20" name="Straight Arrow Connector 20"/>
          <p:cNvCxnSpPr>
            <a:stCxn id="1201" idx="2"/>
            <a:endCxn id="1202" idx="0"/>
          </p:cNvCxnSpPr>
          <p:nvPr/>
        </p:nvCxnSpPr>
        <p:spPr>
          <a:xfrm>
            <a:off x="3243960" y="4023360"/>
            <a:ext cx="30960" cy="170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21" name="Straight Arrow Connector 23"/>
          <p:cNvCxnSpPr>
            <a:stCxn id="1202" idx="2"/>
            <a:endCxn id="1207" idx="1"/>
          </p:cNvCxnSpPr>
          <p:nvPr/>
        </p:nvCxnSpPr>
        <p:spPr>
          <a:xfrm>
            <a:off x="3274560" y="4552920"/>
            <a:ext cx="45360" cy="205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22" name="Straight Arrow Connector 28"/>
          <p:cNvCxnSpPr>
            <a:stCxn id="1207" idx="4"/>
            <a:endCxn id="1210" idx="0"/>
          </p:cNvCxnSpPr>
          <p:nvPr/>
        </p:nvCxnSpPr>
        <p:spPr>
          <a:xfrm flipH="1">
            <a:off x="3274200" y="5118120"/>
            <a:ext cx="720" cy="1807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23" name="Straight Arrow Connector 31"/>
          <p:cNvCxnSpPr>
            <a:stCxn id="1210" idx="3"/>
            <a:endCxn id="1211" idx="5"/>
          </p:cNvCxnSpPr>
          <p:nvPr/>
        </p:nvCxnSpPr>
        <p:spPr>
          <a:xfrm>
            <a:off x="4372920" y="5957640"/>
            <a:ext cx="15300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24" name="Elbow Connector 16"/>
          <p:cNvCxnSpPr/>
          <p:nvPr/>
        </p:nvCxnSpPr>
        <p:spPr>
          <a:xfrm flipH="1" flipV="1" rot="5400000">
            <a:off x="2444400" y="1728000"/>
            <a:ext cx="5750280" cy="402840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25" name="Straight Arrow Connector 46"/>
          <p:cNvCxnSpPr>
            <a:stCxn id="1211" idx="4"/>
            <a:endCxn id="1205" idx="0"/>
          </p:cNvCxnSpPr>
          <p:nvPr/>
        </p:nvCxnSpPr>
        <p:spPr>
          <a:xfrm>
            <a:off x="5380560" y="6137280"/>
            <a:ext cx="360" cy="2113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26" name="Straight Arrow Connector 49"/>
          <p:cNvCxnSpPr>
            <a:stCxn id="1213" idx="3"/>
            <a:endCxn id="1214" idx="0"/>
          </p:cNvCxnSpPr>
          <p:nvPr/>
        </p:nvCxnSpPr>
        <p:spPr>
          <a:xfrm flipH="1">
            <a:off x="8110440" y="1046880"/>
            <a:ext cx="2160" cy="180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27" name="Straight Arrow Connector 53"/>
          <p:cNvCxnSpPr>
            <a:stCxn id="1214" idx="2"/>
            <a:endCxn id="1208" idx="0"/>
          </p:cNvCxnSpPr>
          <p:nvPr/>
        </p:nvCxnSpPr>
        <p:spPr>
          <a:xfrm>
            <a:off x="8110440" y="1586520"/>
            <a:ext cx="360" cy="5472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28" name="Straight Arrow Connector 61"/>
          <p:cNvCxnSpPr>
            <a:stCxn id="1208" idx="2"/>
            <a:endCxn id="1216" idx="1"/>
          </p:cNvCxnSpPr>
          <p:nvPr/>
        </p:nvCxnSpPr>
        <p:spPr>
          <a:xfrm>
            <a:off x="8110440" y="3648600"/>
            <a:ext cx="3240" cy="4604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29" name="Straight Arrow Connector 69"/>
          <p:cNvCxnSpPr>
            <a:stCxn id="1216" idx="4"/>
            <a:endCxn id="1217" idx="0"/>
          </p:cNvCxnSpPr>
          <p:nvPr/>
        </p:nvCxnSpPr>
        <p:spPr>
          <a:xfrm>
            <a:off x="8068320" y="4468320"/>
            <a:ext cx="360" cy="4471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30" name="Parallelogram 80"/>
          <p:cNvSpPr/>
          <p:nvPr/>
        </p:nvSpPr>
        <p:spPr>
          <a:xfrm>
            <a:off x="9883080" y="2711160"/>
            <a:ext cx="1799640" cy="35964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NO GOOD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Rounded Rectangle 38"/>
          <p:cNvSpPr/>
          <p:nvPr/>
        </p:nvSpPr>
        <p:spPr>
          <a:xfrm>
            <a:off x="10603080" y="3313440"/>
            <a:ext cx="359640" cy="35964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32" name="Straight Arrow Connector 82"/>
          <p:cNvCxnSpPr>
            <a:stCxn id="1230" idx="3"/>
            <a:endCxn id="1231" idx="0"/>
          </p:cNvCxnSpPr>
          <p:nvPr/>
        </p:nvCxnSpPr>
        <p:spPr>
          <a:xfrm>
            <a:off x="10783080" y="3070800"/>
            <a:ext cx="360" cy="243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33" name="Straight Arrow Connector 96"/>
          <p:cNvCxnSpPr>
            <a:stCxn id="1217" idx="2"/>
            <a:endCxn id="1212" idx="0"/>
          </p:cNvCxnSpPr>
          <p:nvPr/>
        </p:nvCxnSpPr>
        <p:spPr>
          <a:xfrm flipH="1">
            <a:off x="8065080" y="5274720"/>
            <a:ext cx="3600" cy="3315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34" name="Straight Arrow Connector 100"/>
          <p:cNvCxnSpPr>
            <a:stCxn id="1208" idx="3"/>
            <a:endCxn id="1230" idx="5"/>
          </p:cNvCxnSpPr>
          <p:nvPr/>
        </p:nvCxnSpPr>
        <p:spPr>
          <a:xfrm>
            <a:off x="9359280" y="2891160"/>
            <a:ext cx="5241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35" name="Straight Arrow Connector 105"/>
          <p:cNvCxnSpPr>
            <a:stCxn id="1201" idx="3"/>
            <a:endCxn id="1209" idx="5"/>
          </p:cNvCxnSpPr>
          <p:nvPr/>
        </p:nvCxnSpPr>
        <p:spPr>
          <a:xfrm flipV="1">
            <a:off x="4369320" y="3346920"/>
            <a:ext cx="214200" cy="1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36" name="Rectangle 108"/>
          <p:cNvSpPr/>
          <p:nvPr/>
        </p:nvSpPr>
        <p:spPr>
          <a:xfrm>
            <a:off x="4285080" y="30124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Rectangle 109"/>
          <p:cNvSpPr/>
          <p:nvPr/>
        </p:nvSpPr>
        <p:spPr>
          <a:xfrm>
            <a:off x="4269240" y="55861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Rectangle 110"/>
          <p:cNvSpPr/>
          <p:nvPr/>
        </p:nvSpPr>
        <p:spPr>
          <a:xfrm>
            <a:off x="9441000" y="27111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Rectangle 111"/>
          <p:cNvSpPr/>
          <p:nvPr/>
        </p:nvSpPr>
        <p:spPr>
          <a:xfrm>
            <a:off x="3305880" y="394740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Rectangle 112"/>
          <p:cNvSpPr/>
          <p:nvPr/>
        </p:nvSpPr>
        <p:spPr>
          <a:xfrm>
            <a:off x="3315600" y="662112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1" name="Rectangle 113"/>
          <p:cNvSpPr/>
          <p:nvPr/>
        </p:nvSpPr>
        <p:spPr>
          <a:xfrm>
            <a:off x="8065080" y="3823200"/>
            <a:ext cx="532800" cy="11052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Rounded Rectangle 2"/>
          <p:cNvSpPr/>
          <p:nvPr/>
        </p:nvSpPr>
        <p:spPr>
          <a:xfrm>
            <a:off x="2833920" y="282600"/>
            <a:ext cx="1799640" cy="338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SFIS 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Rounded Rectangle 6"/>
          <p:cNvSpPr/>
          <p:nvPr/>
        </p:nvSpPr>
        <p:spPr>
          <a:xfrm>
            <a:off x="6521400" y="6436080"/>
            <a:ext cx="1799640" cy="359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SFIS 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4" name="Rectangle 10"/>
          <p:cNvSpPr/>
          <p:nvPr/>
        </p:nvSpPr>
        <p:spPr>
          <a:xfrm>
            <a:off x="6521400" y="294516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BY 1 SCANNING OF CC CASE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Parallelogram 11"/>
          <p:cNvSpPr/>
          <p:nvPr/>
        </p:nvSpPr>
        <p:spPr>
          <a:xfrm>
            <a:off x="6521400" y="574200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CC CASE SERIAL NUMBER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46" name="Straight Arrow Connector 14"/>
          <p:cNvCxnSpPr>
            <a:stCxn id="1245" idx="4"/>
            <a:endCxn id="1243" idx="0"/>
          </p:cNvCxnSpPr>
          <p:nvPr/>
        </p:nvCxnSpPr>
        <p:spPr>
          <a:xfrm>
            <a:off x="7421400" y="6101640"/>
            <a:ext cx="360" cy="3348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47" name="Elbow Connector 16"/>
          <p:cNvCxnSpPr>
            <a:stCxn id="1248" idx="3"/>
            <a:endCxn id="1249" idx="3"/>
          </p:cNvCxnSpPr>
          <p:nvPr/>
        </p:nvCxnSpPr>
        <p:spPr>
          <a:xfrm flipH="1" flipV="1">
            <a:off x="4633560" y="1143360"/>
            <a:ext cx="5909760" cy="4411080"/>
          </a:xfrm>
          <a:prstGeom prst="bentConnector3">
            <a:avLst>
              <a:gd name="adj1" fmla="val -3874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50" name="Straight Arrow Connector 17"/>
          <p:cNvCxnSpPr>
            <a:stCxn id="1251" idx="3"/>
            <a:endCxn id="1242" idx="1"/>
          </p:cNvCxnSpPr>
          <p:nvPr/>
        </p:nvCxnSpPr>
        <p:spPr>
          <a:xfrm>
            <a:off x="2533680" y="451800"/>
            <a:ext cx="30060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52" name="Rectangle 20"/>
          <p:cNvSpPr/>
          <p:nvPr/>
        </p:nvSpPr>
        <p:spPr>
          <a:xfrm>
            <a:off x="8309880" y="46677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Diamond 22"/>
          <p:cNvSpPr/>
          <p:nvPr/>
        </p:nvSpPr>
        <p:spPr>
          <a:xfrm>
            <a:off x="6322680" y="3879360"/>
            <a:ext cx="2197080" cy="143172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THE CORRECT CC CASE FOR THE RUNNING MODEL? ARE THERE NO DAMAGES IN THE CC CASE?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Parallelogram 26"/>
          <p:cNvSpPr/>
          <p:nvPr/>
        </p:nvSpPr>
        <p:spPr>
          <a:xfrm>
            <a:off x="8743320" y="4219920"/>
            <a:ext cx="1799640" cy="7506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INCORRECT CC CASE: PRINT “ERROR”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THERE ARE DAMAGES: SCAN NO GOOD, DAMAGED CC CASE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Rectangle 27"/>
          <p:cNvSpPr/>
          <p:nvPr/>
        </p:nvSpPr>
        <p:spPr>
          <a:xfrm>
            <a:off x="8743320" y="5374080"/>
            <a:ext cx="1799640" cy="35964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CHANGE THE CC CASE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5" name="Straight Arrow Connector 30"/>
          <p:cNvCxnSpPr>
            <a:stCxn id="1244" idx="2"/>
            <a:endCxn id="1253" idx="0"/>
          </p:cNvCxnSpPr>
          <p:nvPr/>
        </p:nvCxnSpPr>
        <p:spPr>
          <a:xfrm>
            <a:off x="7421400" y="3304800"/>
            <a:ext cx="360" cy="574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56" name="Straight Arrow Connector 31"/>
          <p:cNvCxnSpPr>
            <a:stCxn id="1253" idx="2"/>
            <a:endCxn id="1245" idx="0"/>
          </p:cNvCxnSpPr>
          <p:nvPr/>
        </p:nvCxnSpPr>
        <p:spPr>
          <a:xfrm>
            <a:off x="7421400" y="5311080"/>
            <a:ext cx="360" cy="4312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57" name="Straight Arrow Connector 33"/>
          <p:cNvCxnSpPr>
            <a:stCxn id="1253" idx="3"/>
            <a:endCxn id="1254" idx="5"/>
          </p:cNvCxnSpPr>
          <p:nvPr/>
        </p:nvCxnSpPr>
        <p:spPr>
          <a:xfrm>
            <a:off x="8519760" y="4595400"/>
            <a:ext cx="22392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58" name="Straight Arrow Connector 39"/>
          <p:cNvCxnSpPr>
            <a:stCxn id="1254" idx="4"/>
            <a:endCxn id="1248" idx="0"/>
          </p:cNvCxnSpPr>
          <p:nvPr/>
        </p:nvCxnSpPr>
        <p:spPr>
          <a:xfrm>
            <a:off x="9643320" y="4970520"/>
            <a:ext cx="360" cy="4039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59" name="Rectangle 41"/>
          <p:cNvSpPr/>
          <p:nvPr/>
        </p:nvSpPr>
        <p:spPr>
          <a:xfrm>
            <a:off x="7033320" y="54057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Rectangle 25"/>
          <p:cNvSpPr/>
          <p:nvPr/>
        </p:nvSpPr>
        <p:spPr>
          <a:xfrm>
            <a:off x="2833920" y="97416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Parallelogram 28"/>
          <p:cNvSpPr/>
          <p:nvPr/>
        </p:nvSpPr>
        <p:spPr>
          <a:xfrm>
            <a:off x="2833920" y="1570680"/>
            <a:ext cx="1799640" cy="33840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61" name="Straight Arrow Connector 29"/>
          <p:cNvCxnSpPr>
            <a:stCxn id="1242" idx="2"/>
            <a:endCxn id="1249" idx="0"/>
          </p:cNvCxnSpPr>
          <p:nvPr/>
        </p:nvCxnSpPr>
        <p:spPr>
          <a:xfrm>
            <a:off x="3733920" y="621000"/>
            <a:ext cx="360" cy="353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62" name="Straight Arrow Connector 32"/>
          <p:cNvCxnSpPr>
            <a:stCxn id="1249" idx="2"/>
          </p:cNvCxnSpPr>
          <p:nvPr/>
        </p:nvCxnSpPr>
        <p:spPr>
          <a:xfrm>
            <a:off x="3733920" y="1312560"/>
            <a:ext cx="360" cy="2444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63" name="Straight Arrow Connector 36"/>
          <p:cNvCxnSpPr>
            <a:stCxn id="1260" idx="4"/>
          </p:cNvCxnSpPr>
          <p:nvPr/>
        </p:nvCxnSpPr>
        <p:spPr>
          <a:xfrm>
            <a:off x="3733920" y="1909080"/>
            <a:ext cx="360" cy="2404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51" name="Rounded Rectangle 97"/>
          <p:cNvSpPr/>
          <p:nvPr/>
        </p:nvSpPr>
        <p:spPr>
          <a:xfrm>
            <a:off x="2174040" y="282600"/>
            <a:ext cx="359640" cy="3384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4" name="Rectangle 21"/>
          <p:cNvSpPr/>
          <p:nvPr/>
        </p:nvSpPr>
        <p:spPr>
          <a:xfrm>
            <a:off x="2833920" y="217440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VISUAL INSPECTION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Diamond 24"/>
          <p:cNvSpPr/>
          <p:nvPr/>
        </p:nvSpPr>
        <p:spPr>
          <a:xfrm>
            <a:off x="2466000" y="2743200"/>
            <a:ext cx="2536200" cy="163944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ALL THE ACCESSORIES COMPLETE? (MANUAL, FRONT GRILLE, ETC. (DIFFERENT PER MODEL)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Parallelogram 52"/>
          <p:cNvSpPr/>
          <p:nvPr/>
        </p:nvSpPr>
        <p:spPr>
          <a:xfrm>
            <a:off x="2833920" y="4667760"/>
            <a:ext cx="1799640" cy="35964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NO GOOD: LACKING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67" name="Elbow Connector 16"/>
          <p:cNvCxnSpPr>
            <a:endCxn id="1244" idx="1"/>
          </p:cNvCxnSpPr>
          <p:nvPr/>
        </p:nvCxnSpPr>
        <p:spPr>
          <a:xfrm flipV="1">
            <a:off x="5048280" y="3125160"/>
            <a:ext cx="1473480" cy="44604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68" name="Straight Arrow Connector 8"/>
          <p:cNvCxnSpPr/>
          <p:nvPr/>
        </p:nvCxnSpPr>
        <p:spPr>
          <a:xfrm>
            <a:off x="3733920" y="2512800"/>
            <a:ext cx="360" cy="2404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69" name="Straight Arrow Connector 9"/>
          <p:cNvCxnSpPr>
            <a:stCxn id="1265" idx="2"/>
            <a:endCxn id="1266" idx="0"/>
          </p:cNvCxnSpPr>
          <p:nvPr/>
        </p:nvCxnSpPr>
        <p:spPr>
          <a:xfrm flipH="1">
            <a:off x="3733920" y="4382640"/>
            <a:ext cx="720" cy="2854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70" name="Rectangle 35"/>
          <p:cNvSpPr/>
          <p:nvPr/>
        </p:nvSpPr>
        <p:spPr>
          <a:xfrm>
            <a:off x="2833920" y="561492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COMPLETION OF LACKING ACCESSORIES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1" name="Straight Arrow Connector 37"/>
          <p:cNvCxnSpPr>
            <a:stCxn id="1266" idx="4"/>
            <a:endCxn id="1270" idx="0"/>
          </p:cNvCxnSpPr>
          <p:nvPr/>
        </p:nvCxnSpPr>
        <p:spPr>
          <a:xfrm>
            <a:off x="3733920" y="5027400"/>
            <a:ext cx="360" cy="5878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72" name="Elbow Connector 16"/>
          <p:cNvCxnSpPr>
            <a:stCxn id="1270" idx="2"/>
            <a:endCxn id="1264" idx="1"/>
          </p:cNvCxnSpPr>
          <p:nvPr/>
        </p:nvCxnSpPr>
        <p:spPr>
          <a:xfrm flipV="1" rot="16200000">
            <a:off x="1479240" y="3698280"/>
            <a:ext cx="3610080" cy="900360"/>
          </a:xfrm>
          <a:prstGeom prst="bentConnector4">
            <a:avLst>
              <a:gd name="adj1" fmla="val -6342"/>
              <a:gd name="adj2" fmla="val 164920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73" name="Rectangle 49"/>
          <p:cNvSpPr/>
          <p:nvPr/>
        </p:nvSpPr>
        <p:spPr>
          <a:xfrm>
            <a:off x="5010480" y="334800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Rectangle 50"/>
          <p:cNvSpPr/>
          <p:nvPr/>
        </p:nvSpPr>
        <p:spPr>
          <a:xfrm>
            <a:off x="3726000" y="43538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REPAIR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76" name="PlaceHolder 2"/>
          <p:cNvSpPr>
            <a:spLocks noGrp="1"/>
          </p:cNvSpPr>
          <p:nvPr>
            <p:ph type="subTitle"/>
          </p:nvPr>
        </p:nvSpPr>
        <p:spPr>
          <a:xfrm>
            <a:off x="308520" y="407988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Notes: 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1. Every decision should scan serial number first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 If no good from previous scan, error will occur if scanned as good in the next one, only the scanner that tagged the unit as no good can change to good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Rounded Rectangle 2"/>
          <p:cNvSpPr/>
          <p:nvPr/>
        </p:nvSpPr>
        <p:spPr>
          <a:xfrm>
            <a:off x="883440" y="339840"/>
            <a:ext cx="1799640" cy="338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OF REPAIR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8" name="Straight Arrow Connector 17"/>
          <p:cNvCxnSpPr>
            <a:stCxn id="1279" idx="3"/>
            <a:endCxn id="1277" idx="1"/>
          </p:cNvCxnSpPr>
          <p:nvPr/>
        </p:nvCxnSpPr>
        <p:spPr>
          <a:xfrm>
            <a:off x="582840" y="509040"/>
            <a:ext cx="300960" cy="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80" name="Rectangle 25"/>
          <p:cNvSpPr/>
          <p:nvPr/>
        </p:nvSpPr>
        <p:spPr>
          <a:xfrm>
            <a:off x="883440" y="103140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SCANNING OF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Parallelogram 28"/>
          <p:cNvSpPr/>
          <p:nvPr/>
        </p:nvSpPr>
        <p:spPr>
          <a:xfrm>
            <a:off x="883440" y="1627560"/>
            <a:ext cx="1799640" cy="338400"/>
          </a:xfrm>
          <a:prstGeom prst="parallelogram">
            <a:avLst>
              <a:gd name="adj" fmla="val 37308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&amp; SERIAL # RECORDED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82" name="Straight Arrow Connector 29"/>
          <p:cNvCxnSpPr>
            <a:stCxn id="1277" idx="2"/>
            <a:endCxn id="1280" idx="0"/>
          </p:cNvCxnSpPr>
          <p:nvPr/>
        </p:nvCxnSpPr>
        <p:spPr>
          <a:xfrm>
            <a:off x="1783440" y="678240"/>
            <a:ext cx="360" cy="35352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83" name="Straight Arrow Connector 32"/>
          <p:cNvCxnSpPr>
            <a:stCxn id="1280" idx="2"/>
          </p:cNvCxnSpPr>
          <p:nvPr/>
        </p:nvCxnSpPr>
        <p:spPr>
          <a:xfrm flipH="1">
            <a:off x="1783080" y="1369800"/>
            <a:ext cx="720" cy="2444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284" name="Straight Arrow Connector 36"/>
          <p:cNvCxnSpPr>
            <a:stCxn id="1281" idx="4"/>
          </p:cNvCxnSpPr>
          <p:nvPr/>
        </p:nvCxnSpPr>
        <p:spPr>
          <a:xfrm flipH="1">
            <a:off x="1783080" y="1965960"/>
            <a:ext cx="720" cy="24084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79" name="Rounded Rectangle 97"/>
          <p:cNvSpPr/>
          <p:nvPr/>
        </p:nvSpPr>
        <p:spPr>
          <a:xfrm>
            <a:off x="223200" y="339840"/>
            <a:ext cx="359640" cy="3384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5" name="Rectangle 21"/>
          <p:cNvSpPr/>
          <p:nvPr/>
        </p:nvSpPr>
        <p:spPr>
          <a:xfrm>
            <a:off x="883440" y="223164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FOR CATEGORY OF REPAIR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Diamond 24"/>
          <p:cNvSpPr/>
          <p:nvPr/>
        </p:nvSpPr>
        <p:spPr>
          <a:xfrm>
            <a:off x="847080" y="2867040"/>
            <a:ext cx="1872000" cy="113688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REPAIR NEED A NEW PART?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Rectangle 1"/>
          <p:cNvSpPr/>
          <p:nvPr/>
        </p:nvSpPr>
        <p:spPr>
          <a:xfrm>
            <a:off x="4205520" y="327672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REPAIR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88" name="Elbow Connector 16"/>
          <p:cNvCxnSpPr>
            <a:stCxn id="1286" idx="3"/>
            <a:endCxn id="1287" idx="1"/>
          </p:cNvCxnSpPr>
          <p:nvPr/>
        </p:nvCxnSpPr>
        <p:spPr>
          <a:xfrm>
            <a:off x="2719080" y="3435480"/>
            <a:ext cx="1486800" cy="10800"/>
          </a:xfrm>
          <a:prstGeom prst="bentConnector3">
            <a:avLst>
              <a:gd name="adj1" fmla="val 50012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89" name="Diamond 7"/>
          <p:cNvSpPr/>
          <p:nvPr/>
        </p:nvSpPr>
        <p:spPr>
          <a:xfrm>
            <a:off x="6204240" y="3429000"/>
            <a:ext cx="1763640" cy="92340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IT A SAFETY PART?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0" name="Straight Arrow Connector 8"/>
          <p:cNvCxnSpPr>
            <a:stCxn id="1285" idx="2"/>
            <a:endCxn id="1286" idx="0"/>
          </p:cNvCxnSpPr>
          <p:nvPr/>
        </p:nvCxnSpPr>
        <p:spPr>
          <a:xfrm flipH="1">
            <a:off x="1783080" y="2570040"/>
            <a:ext cx="720" cy="29736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91" name="Parallelogram 42"/>
          <p:cNvSpPr/>
          <p:nvPr/>
        </p:nvSpPr>
        <p:spPr>
          <a:xfrm>
            <a:off x="883440" y="4300920"/>
            <a:ext cx="1799640" cy="33840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THE NEW PART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2" name="Straight Arrow Connector 44"/>
          <p:cNvCxnSpPr>
            <a:stCxn id="1286" idx="2"/>
          </p:cNvCxnSpPr>
          <p:nvPr/>
        </p:nvCxnSpPr>
        <p:spPr>
          <a:xfrm>
            <a:off x="1783080" y="4003920"/>
            <a:ext cx="360" cy="297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93" name="Rectangle 50"/>
          <p:cNvSpPr/>
          <p:nvPr/>
        </p:nvSpPr>
        <p:spPr>
          <a:xfrm>
            <a:off x="2719440" y="325548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Rectangle 51"/>
          <p:cNvSpPr/>
          <p:nvPr/>
        </p:nvSpPr>
        <p:spPr>
          <a:xfrm>
            <a:off x="1848600" y="40039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5" name="Elbow Connector 16"/>
          <p:cNvCxnSpPr>
            <a:endCxn id="1289" idx="1"/>
          </p:cNvCxnSpPr>
          <p:nvPr/>
        </p:nvCxnSpPr>
        <p:spPr>
          <a:xfrm flipV="1">
            <a:off x="2683080" y="3890880"/>
            <a:ext cx="3521520" cy="579240"/>
          </a:xfrm>
          <a:prstGeom prst="bentConnector3">
            <a:avLst>
              <a:gd name="adj1" fmla="val 50005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96" name="Rectangle 61"/>
          <p:cNvSpPr/>
          <p:nvPr/>
        </p:nvSpPr>
        <p:spPr>
          <a:xfrm>
            <a:off x="7638480" y="91656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BRING BACK TO THE MAIN LINE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7" name="Elbow Connector 16"/>
          <p:cNvCxnSpPr>
            <a:stCxn id="1287" idx="0"/>
            <a:endCxn id="1296" idx="0"/>
          </p:cNvCxnSpPr>
          <p:nvPr/>
        </p:nvCxnSpPr>
        <p:spPr>
          <a:xfrm flipH="1" flipV="1" rot="5400000">
            <a:off x="5641920" y="380160"/>
            <a:ext cx="2360520" cy="3433320"/>
          </a:xfrm>
          <a:prstGeom prst="bentConnector3">
            <a:avLst>
              <a:gd name="adj1" fmla="val 109685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298" name="Rounded Rectangle 2"/>
          <p:cNvSpPr/>
          <p:nvPr/>
        </p:nvSpPr>
        <p:spPr>
          <a:xfrm>
            <a:off x="10067760" y="3344400"/>
            <a:ext cx="1799640" cy="338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9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OF REPAIR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Rectangle 71"/>
          <p:cNvSpPr/>
          <p:nvPr/>
        </p:nvSpPr>
        <p:spPr>
          <a:xfrm>
            <a:off x="6186240" y="486504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EVALUATE AT QC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00" name="Straight Arrow Connector 72"/>
          <p:cNvCxnSpPr>
            <a:stCxn id="1289" idx="2"/>
            <a:endCxn id="1299" idx="0"/>
          </p:cNvCxnSpPr>
          <p:nvPr/>
        </p:nvCxnSpPr>
        <p:spPr>
          <a:xfrm>
            <a:off x="7086240" y="4352400"/>
            <a:ext cx="360" cy="51300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301" name="Elbow Connector 16"/>
          <p:cNvCxnSpPr>
            <a:stCxn id="1289" idx="3"/>
            <a:endCxn id="1296" idx="1"/>
          </p:cNvCxnSpPr>
          <p:nvPr/>
        </p:nvCxnSpPr>
        <p:spPr>
          <a:xfrm flipH="1" flipV="1">
            <a:off x="7638480" y="1085760"/>
            <a:ext cx="329760" cy="2805480"/>
          </a:xfrm>
          <a:prstGeom prst="bentConnector5">
            <a:avLst>
              <a:gd name="adj1" fmla="val -69617"/>
              <a:gd name="adj2" fmla="val 55210"/>
              <a:gd name="adj3" fmla="val 169398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302" name="Diamond 83"/>
          <p:cNvSpPr/>
          <p:nvPr/>
        </p:nvSpPr>
        <p:spPr>
          <a:xfrm>
            <a:off x="6060240" y="5376960"/>
            <a:ext cx="2052000" cy="1074600"/>
          </a:xfrm>
          <a:prstGeom prst="diamond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THE UNIT PASSED THE EVALUATION?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03" name="Elbow Connector 16"/>
          <p:cNvCxnSpPr>
            <a:stCxn id="1302" idx="3"/>
            <a:endCxn id="1296" idx="3"/>
          </p:cNvCxnSpPr>
          <p:nvPr/>
        </p:nvCxnSpPr>
        <p:spPr>
          <a:xfrm flipV="1">
            <a:off x="8112240" y="1085760"/>
            <a:ext cx="1326240" cy="4829040"/>
          </a:xfrm>
          <a:prstGeom prst="bentConnector3">
            <a:avLst>
              <a:gd name="adj1" fmla="val 117268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cxnSp>
        <p:nvCxnSpPr>
          <p:cNvPr id="1304" name="Straight Arrow Connector 88"/>
          <p:cNvCxnSpPr>
            <a:stCxn id="1299" idx="2"/>
            <a:endCxn id="1302" idx="0"/>
          </p:cNvCxnSpPr>
          <p:nvPr/>
        </p:nvCxnSpPr>
        <p:spPr>
          <a:xfrm>
            <a:off x="7086240" y="5203440"/>
            <a:ext cx="360" cy="173880"/>
          </a:xfrm>
          <a:prstGeom prst="straightConnector1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305" name="Rectangle 93"/>
          <p:cNvSpPr/>
          <p:nvPr/>
        </p:nvSpPr>
        <p:spPr>
          <a:xfrm>
            <a:off x="7086240" y="438012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Rectangle 94"/>
          <p:cNvSpPr/>
          <p:nvPr/>
        </p:nvSpPr>
        <p:spPr>
          <a:xfrm>
            <a:off x="8076960" y="56732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Rectangle 95"/>
          <p:cNvSpPr/>
          <p:nvPr/>
        </p:nvSpPr>
        <p:spPr>
          <a:xfrm>
            <a:off x="7647840" y="359316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Rectangle 96"/>
          <p:cNvSpPr/>
          <p:nvPr/>
        </p:nvSpPr>
        <p:spPr>
          <a:xfrm>
            <a:off x="5578560" y="5673240"/>
            <a:ext cx="359640" cy="1796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09" name="Elbow Connector 16"/>
          <p:cNvCxnSpPr>
            <a:stCxn id="1302" idx="1"/>
            <a:endCxn id="1287" idx="2"/>
          </p:cNvCxnSpPr>
          <p:nvPr/>
        </p:nvCxnSpPr>
        <p:spPr>
          <a:xfrm rot="10800000">
            <a:off x="5105520" y="3614760"/>
            <a:ext cx="955080" cy="2299680"/>
          </a:xfrm>
          <a:prstGeom prst="bentConnector2">
            <a:avLst/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310" name="Parallelogram 100"/>
          <p:cNvSpPr/>
          <p:nvPr/>
        </p:nvSpPr>
        <p:spPr>
          <a:xfrm>
            <a:off x="5712120" y="509040"/>
            <a:ext cx="1799640" cy="33840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SCAN: REPAIR DONE (SPECIFIC REPAIR)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Parallelogram 101"/>
          <p:cNvSpPr/>
          <p:nvPr/>
        </p:nvSpPr>
        <p:spPr>
          <a:xfrm>
            <a:off x="8850600" y="4143600"/>
            <a:ext cx="1799640" cy="338400"/>
          </a:xfrm>
          <a:prstGeom prst="parallelogram">
            <a:avLst>
              <a:gd name="adj" fmla="val 25000"/>
            </a:avLst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SCAN: REPAIR DONE (SPECIFIC REPAIR)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Rectangle 102"/>
          <p:cNvSpPr/>
          <p:nvPr/>
        </p:nvSpPr>
        <p:spPr>
          <a:xfrm>
            <a:off x="7266240" y="305100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SCAN: REPAIR DONE (SPECIFIC REPAIR)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3" name="Elbow Connector 16"/>
          <p:cNvCxnSpPr>
            <a:stCxn id="1296" idx="2"/>
            <a:endCxn id="1298" idx="0"/>
          </p:cNvCxnSpPr>
          <p:nvPr/>
        </p:nvCxnSpPr>
        <p:spPr>
          <a:xfrm flipH="1" rot="16200000">
            <a:off x="8708400" y="1085040"/>
            <a:ext cx="2089800" cy="2429640"/>
          </a:xfrm>
          <a:prstGeom prst="bentConnector3">
            <a:avLst>
              <a:gd name="adj1" fmla="val 11113"/>
            </a:avLst>
          </a:prstGeom>
          <a:ln w="28575">
            <a:solidFill>
              <a:srgbClr val="FF0000"/>
            </a:solidFill>
            <a:tailEnd len="med" type="triangle" w="med"/>
          </a:ln>
        </p:spPr>
      </p:cxnSp>
      <p:sp>
        <p:nvSpPr>
          <p:cNvPr id="1314" name="Rectangle 113"/>
          <p:cNvSpPr/>
          <p:nvPr/>
        </p:nvSpPr>
        <p:spPr>
          <a:xfrm>
            <a:off x="10086840" y="1629000"/>
            <a:ext cx="1799640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74160" tIns="37080" rIns="74160" bIns="37080" anchor="ctr">
            <a:noAutofit/>
          </a:bodyPr>
          <a:p>
            <a:pPr algn="ctr" defTabSz="743040">
              <a:lnSpc>
                <a:spcPct val="100000"/>
              </a:lnSpc>
              <a:tabLst>
                <a:tab pos="0" algn="l"/>
              </a:tabLst>
            </a:pPr>
            <a:r>
              <a:rPr lang="en-PH" sz="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SCAN MODEL &amp; SERIAL NUMBER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TextBox 115"/>
          <p:cNvSpPr/>
          <p:nvPr/>
        </p:nvSpPr>
        <p:spPr>
          <a:xfrm>
            <a:off x="10086840" y="5376960"/>
            <a:ext cx="205200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 repair was done, new data is added to the previous one, for history.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TextBox 116"/>
          <p:cNvSpPr/>
          <p:nvPr/>
        </p:nvSpPr>
        <p:spPr>
          <a:xfrm>
            <a:off x="485640" y="5203440"/>
            <a:ext cx="205200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Repair option when bringing back to 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PlaceHolder 1"/>
          <p:cNvSpPr>
            <a:spLocks noGrp="1"/>
          </p:cNvSpPr>
          <p:nvPr>
            <p:ph type="title"/>
          </p:nvPr>
        </p:nvSpPr>
        <p:spPr>
          <a:xfrm>
            <a:off x="1523880" y="-142596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MACHINE SPECIFICATION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18" name="PlaceHolder 2"/>
          <p:cNvSpPr>
            <a:spLocks noGrp="1"/>
          </p:cNvSpPr>
          <p:nvPr>
            <p:ph type="subTitle"/>
          </p:nvPr>
        </p:nvSpPr>
        <p:spPr>
          <a:xfrm>
            <a:off x="569880" y="1035360"/>
            <a:ext cx="4705200" cy="521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Airtight Test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Machine Name: Air Tight Tester Machine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Company: MAICO (Matsushita Industrial Corp.)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Specifications: 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Main Voltage: AC 100V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Temperature: 40 OC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Pipe Size: 3/8’(inch)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Liquid or gas: Compressed High Air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Test Pressure: 0.17 Mpa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Cycle time: 20 second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ELECTRICAL Part List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Circuit Protector: BJS 30-3 AC100/200 30A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AUX Relay: MY4N: 100VAC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AUX Relay: HC4-L: DC24V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Relay base HC4-L: PY14A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Relay Base MY4N: PYF14A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PLC: NAIS FP-1 C24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Pressure Control: ALCO Control FF115-S5 BAR (6-30 BAR)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Display Line Light: AC100-4L-SQUARE (4 Light)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Control Box: KGN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Push Button: 19530N and AH30-L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Power Supply Unit: K50A-24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19" name="Subtitle 2"/>
          <p:cNvSpPr/>
          <p:nvPr/>
        </p:nvSpPr>
        <p:spPr>
          <a:xfrm>
            <a:off x="5275440" y="1035360"/>
            <a:ext cx="4705200" cy="52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just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Gas Charging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Machine Name: Refrigerant Charging Equipment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Company: To-ou Kogyo Co., LTD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Specifications: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Main Voltage: 220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Frequency: 60 Hz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Consumption Supply: 4KVA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Puncture Testing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Machine Name: Withstanding Voltage/Insulation Resistance Tester (TOS5300, TOS5301, TOS5302)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Company: Kikusui Electronics Corp.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Characteristic Test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Machine Name: AC/DC POWER HiTester 3334/3334-01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Company: HIOKI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Vibration Test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Machine Name: Vibration Meter VM-83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Company: Rion Co., LTD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PlaceHolder 1"/>
          <p:cNvSpPr>
            <a:spLocks noGrp="1"/>
          </p:cNvSpPr>
          <p:nvPr>
            <p:ph type="title"/>
          </p:nvPr>
        </p:nvSpPr>
        <p:spPr>
          <a:xfrm>
            <a:off x="1523880" y="-142596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MACHINE SPECIFICATION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21" name="PlaceHolder 2"/>
          <p:cNvSpPr>
            <a:spLocks noGrp="1"/>
          </p:cNvSpPr>
          <p:nvPr>
            <p:ph type="subTitle"/>
          </p:nvPr>
        </p:nvSpPr>
        <p:spPr>
          <a:xfrm>
            <a:off x="569880" y="1035360"/>
            <a:ext cx="4705200" cy="521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Leak Test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Machine Name: HLD5000 Halogen Leak Detector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Company: INFICON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Specifications: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Physical Data: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Lowest trigger level setting (for single gas probes): 1.0 g/a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Lowest trigger level setting (for universal smart probes): 0.5 g/a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Maximum trigger level setting: 50 g/a 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Measurement range (for single gas probes): 0-100 g/a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Measurement range (for universal smart probes): 0-300 g/a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Detectable refrigerants (single gas probes): R134a, R744, SF</a:t>
            </a:r>
            <a:r>
              <a:rPr lang="en-US" sz="1000" b="0" u="none" strike="noStrike" baseline="-25000">
                <a:solidFill>
                  <a:schemeClr val="dk1"/>
                </a:solidFill>
                <a:effectLst/>
                <a:uFillTx/>
                <a:latin typeface="Aptos"/>
              </a:rPr>
              <a:t>6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Detectable refrigerants (universal smart probe): all halogens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Response Time: 1s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Time until ready for operation: 30s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Recovery time: approx. 2s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Gross leak recovery time: approx. 8s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Electrical Data: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Mains Supply Voltage: 100V…230V ± 10%, 50/60 Hz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Power Consumption: &lt;60VA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 standby : &lt;40VA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Protection: IP 30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Overvoltage category: II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57440" lvl="3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Gas flow at the intake: 320 sccm</a:t>
            </a:r>
            <a:endParaRPr lang="en-US" sz="1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22" name="Subtitle 2"/>
          <p:cNvSpPr/>
          <p:nvPr/>
        </p:nvSpPr>
        <p:spPr>
          <a:xfrm>
            <a:off x="5275440" y="1035360"/>
            <a:ext cx="4705200" cy="52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Subtitle 2"/>
          <p:cNvSpPr/>
          <p:nvPr/>
        </p:nvSpPr>
        <p:spPr>
          <a:xfrm>
            <a:off x="5427720" y="1187640"/>
            <a:ext cx="4705200" cy="52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just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Characteristic Test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Machine Name: *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Company: Tokyo Rikosha Co., LTD.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SP-07305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Specifications: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*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Characteristic Test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Machine Name: *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Company: Crenserv Industrial Corp.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SP-07305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PLC Components List: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Main board: Q312B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PSU: QS1P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CPU: Q01CPU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Ethernet module: QJ71E71-100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Serial Module: QJ71E71C24N-R2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Ethernet Switch: jyd-5, 5 Ports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Extension board: Q612B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PSU: Q64PN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DI module: QX40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DO Module: QY10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Analog input: Q68ADI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00240" lvl="2" indent="-2858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HMI: GT2710-STBA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Metadata/LabelInfo.xml><?xml version="1.0" encoding="utf-8"?>
<clbl:labelList xmlns:clbl="http://schemas.microsoft.com/office/2020/mipLabelMetadata">
  <clbl:label id="{4863f5d6-4760-4589-be9c-42f82e075739}" enabled="0" method="" siteId="{4863f5d6-4760-4589-be9c-42f82e0757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</TotalTime>
  <Application>LibreOffice/26.2.5.2$Windows_X86_64 LibreOffice_project/cd7284b4cbbfeb507e630c1aac019f4157393acb</Application>
  <AppVersion>15.0000</AppVersion>
  <Words>3774</Words>
  <Paragraphs>820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2025-07-24T03:12:52Z</dcterms:created>
  <dc:creator>Carlos Joaquin Mojica</dc:creator>
  <dc:description/>
  <dc:language>en-US</dc:language>
  <cp:lastModifiedBy/>
  <dcterms:modified xsi:type="dcterms:W3CDTF">2026-08-03T14:23:48Z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Widescreen</vt:lpwstr>
  </property>
  <property fmtid="{D5CDD505-2E9C-101B-9397-08002B2CF9AE}" pid="4" name="Slides">
    <vt:i4>41</vt:i4>
  </property>
</Properties>
</file>