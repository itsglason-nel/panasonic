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0"/>
  </p:notesMasterIdLst>
  <p:sldIdLst>
    <p:sldId id="262" r:id="rId5"/>
    <p:sldId id="263" r:id="rId6"/>
    <p:sldId id="273" r:id="rId7"/>
    <p:sldId id="264" r:id="rId8"/>
    <p:sldId id="274" r:id="rId9"/>
    <p:sldId id="266" r:id="rId10"/>
    <p:sldId id="275" r:id="rId11"/>
    <p:sldId id="265" r:id="rId12"/>
    <p:sldId id="276" r:id="rId13"/>
    <p:sldId id="270" r:id="rId14"/>
    <p:sldId id="267" r:id="rId15"/>
    <p:sldId id="268" r:id="rId16"/>
    <p:sldId id="269" r:id="rId17"/>
    <p:sldId id="271" r:id="rId18"/>
    <p:sldId id="272" r:id="rId19"/>
  </p:sldIdLst>
  <p:sldSz cx="9906000" cy="6858000" type="A4"/>
  <p:notesSz cx="6850063" cy="9982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26" autoAdjust="0"/>
    <p:restoredTop sz="95020" autoAdjust="0"/>
  </p:normalViewPr>
  <p:slideViewPr>
    <p:cSldViewPr snapToGrid="0">
      <p:cViewPr>
        <p:scale>
          <a:sx n="100" d="100"/>
          <a:sy n="100" d="100"/>
        </p:scale>
        <p:origin x="414" y="-91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16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an Bosas" userId="fe865c9255deeee7" providerId="LiveId" clId="{1086708A-1C04-44EB-AA8C-76921EAD7BA9}"/>
    <pc:docChg chg="modSld">
      <pc:chgData name="Bryan Bosas" userId="fe865c9255deeee7" providerId="LiveId" clId="{1086708A-1C04-44EB-AA8C-76921EAD7BA9}" dt="2026-03-03T05:30:45.645" v="0" actId="20577"/>
      <pc:docMkLst>
        <pc:docMk/>
      </pc:docMkLst>
      <pc:sldChg chg="modSp mod">
        <pc:chgData name="Bryan Bosas" userId="fe865c9255deeee7" providerId="LiveId" clId="{1086708A-1C04-44EB-AA8C-76921EAD7BA9}" dt="2026-03-03T05:30:45.645" v="0" actId="20577"/>
        <pc:sldMkLst>
          <pc:docMk/>
          <pc:sldMk cId="1680613499" sldId="262"/>
        </pc:sldMkLst>
        <pc:spChg chg="mod">
          <ac:chgData name="Bryan Bosas" userId="fe865c9255deeee7" providerId="LiveId" clId="{1086708A-1C04-44EB-AA8C-76921EAD7BA9}" dt="2026-03-03T05:30:45.645" v="0" actId="20577"/>
          <ac:spMkLst>
            <pc:docMk/>
            <pc:sldMk cId="1680613499" sldId="262"/>
            <ac:spMk id="3" creationId="{C58E9E0F-C5FB-A737-44B4-68AFE8E8A025}"/>
          </ac:spMkLst>
        </pc:spChg>
      </pc:sldChg>
    </pc:docChg>
  </pc:docChgLst>
  <pc:docChgLst>
    <pc:chgData name="Carlos Joaquin Mojica" userId="a0a31641-f818-47c3-9523-3d86ac5450af" providerId="ADAL" clId="{4BC8A04F-044A-4361-BEB8-7BF6E13939DE}"/>
    <pc:docChg chg="undo custSel addSld delSld modSld sldOrd">
      <pc:chgData name="Carlos Joaquin Mojica" userId="a0a31641-f818-47c3-9523-3d86ac5450af" providerId="ADAL" clId="{4BC8A04F-044A-4361-BEB8-7BF6E13939DE}" dt="2026-02-16T07:12:18.838" v="2991" actId="478"/>
      <pc:docMkLst>
        <pc:docMk/>
      </pc:docMkLst>
      <pc:sldChg chg="addSp delSp modSp mod">
        <pc:chgData name="Carlos Joaquin Mojica" userId="a0a31641-f818-47c3-9523-3d86ac5450af" providerId="ADAL" clId="{4BC8A04F-044A-4361-BEB8-7BF6E13939DE}" dt="2026-02-05T05:54:20.031" v="1635" actId="20577"/>
        <pc:sldMkLst>
          <pc:docMk/>
          <pc:sldMk cId="1680613499" sldId="262"/>
        </pc:sldMkLst>
        <pc:spChg chg="add mod">
          <ac:chgData name="Carlos Joaquin Mojica" userId="a0a31641-f818-47c3-9523-3d86ac5450af" providerId="ADAL" clId="{4BC8A04F-044A-4361-BEB8-7BF6E13939DE}" dt="2026-02-05T05:53:06.791" v="1449" actId="14100"/>
          <ac:spMkLst>
            <pc:docMk/>
            <pc:sldMk cId="1680613499" sldId="262"/>
            <ac:spMk id="2" creationId="{1736A156-EA4F-22F2-D01B-23FB8E1AD73A}"/>
          </ac:spMkLst>
        </pc:spChg>
        <pc:spChg chg="add mod">
          <ac:chgData name="Carlos Joaquin Mojica" userId="a0a31641-f818-47c3-9523-3d86ac5450af" providerId="ADAL" clId="{4BC8A04F-044A-4361-BEB8-7BF6E13939DE}" dt="2026-02-05T05:54:20.031" v="1635" actId="20577"/>
          <ac:spMkLst>
            <pc:docMk/>
            <pc:sldMk cId="1680613499" sldId="262"/>
            <ac:spMk id="3" creationId="{C58E9E0F-C5FB-A737-44B4-68AFE8E8A025}"/>
          </ac:spMkLst>
        </pc:spChg>
        <pc:spChg chg="mod">
          <ac:chgData name="Carlos Joaquin Mojica" userId="a0a31641-f818-47c3-9523-3d86ac5450af" providerId="ADAL" clId="{4BC8A04F-044A-4361-BEB8-7BF6E13939DE}" dt="2026-02-03T23:14:09.577" v="27" actId="1076"/>
          <ac:spMkLst>
            <pc:docMk/>
            <pc:sldMk cId="1680613499" sldId="262"/>
            <ac:spMk id="206" creationId="{595CBE8D-3D85-49EA-9AB2-CEAF1FFBCDD3}"/>
          </ac:spMkLst>
        </pc:spChg>
        <pc:picChg chg="add mod">
          <ac:chgData name="Carlos Joaquin Mojica" userId="a0a31641-f818-47c3-9523-3d86ac5450af" providerId="ADAL" clId="{4BC8A04F-044A-4361-BEB8-7BF6E13939DE}" dt="2026-02-05T05:52:44.454" v="1443" actId="1076"/>
          <ac:picMkLst>
            <pc:docMk/>
            <pc:sldMk cId="1680613499" sldId="262"/>
            <ac:picMk id="5" creationId="{0BCF127D-1734-D0F4-0D92-1981E5103DB7}"/>
          </ac:picMkLst>
        </pc:picChg>
        <pc:picChg chg="add mod">
          <ac:chgData name="Carlos Joaquin Mojica" userId="a0a31641-f818-47c3-9523-3d86ac5450af" providerId="ADAL" clId="{4BC8A04F-044A-4361-BEB8-7BF6E13939DE}" dt="2026-02-05T05:53:47.588" v="1555" actId="1076"/>
          <ac:picMkLst>
            <pc:docMk/>
            <pc:sldMk cId="1680613499" sldId="262"/>
            <ac:picMk id="6" creationId="{D40F0829-AA7B-BA5E-664F-9DAE4FA4745B}"/>
          </ac:picMkLst>
        </pc:picChg>
      </pc:sldChg>
      <pc:sldChg chg="addSp delSp modSp add mod">
        <pc:chgData name="Carlos Joaquin Mojica" userId="a0a31641-f818-47c3-9523-3d86ac5450af" providerId="ADAL" clId="{4BC8A04F-044A-4361-BEB8-7BF6E13939DE}" dt="2026-02-05T05:54:35.376" v="1638" actId="478"/>
        <pc:sldMkLst>
          <pc:docMk/>
          <pc:sldMk cId="2077230894" sldId="263"/>
        </pc:sldMkLst>
        <pc:spChg chg="add mod">
          <ac:chgData name="Carlos Joaquin Mojica" userId="a0a31641-f818-47c3-9523-3d86ac5450af" providerId="ADAL" clId="{4BC8A04F-044A-4361-BEB8-7BF6E13939DE}" dt="2026-02-05T00:39:34.406" v="930" actId="1076"/>
          <ac:spMkLst>
            <pc:docMk/>
            <pc:sldMk cId="2077230894" sldId="263"/>
            <ac:spMk id="3" creationId="{16B7BD09-3085-CE54-036D-42D9DB0B075D}"/>
          </ac:spMkLst>
        </pc:spChg>
        <pc:spChg chg="add mod">
          <ac:chgData name="Carlos Joaquin Mojica" userId="a0a31641-f818-47c3-9523-3d86ac5450af" providerId="ADAL" clId="{4BC8A04F-044A-4361-BEB8-7BF6E13939DE}" dt="2026-02-03T23:20:04.962" v="158" actId="113"/>
          <ac:spMkLst>
            <pc:docMk/>
            <pc:sldMk cId="2077230894" sldId="263"/>
            <ac:spMk id="28" creationId="{DD8ED1A0-105B-6E53-E897-D35872EBDBE7}"/>
          </ac:spMkLst>
        </pc:spChg>
        <pc:spChg chg="add mod">
          <ac:chgData name="Carlos Joaquin Mojica" userId="a0a31641-f818-47c3-9523-3d86ac5450af" providerId="ADAL" clId="{4BC8A04F-044A-4361-BEB8-7BF6E13939DE}" dt="2026-02-03T23:21:24.751" v="194" actId="1076"/>
          <ac:spMkLst>
            <pc:docMk/>
            <pc:sldMk cId="2077230894" sldId="263"/>
            <ac:spMk id="29" creationId="{B5FF37C6-438C-DEC5-D5F7-F80D71632529}"/>
          </ac:spMkLst>
        </pc:spChg>
        <pc:spChg chg="add mod">
          <ac:chgData name="Carlos Joaquin Mojica" userId="a0a31641-f818-47c3-9523-3d86ac5450af" providerId="ADAL" clId="{4BC8A04F-044A-4361-BEB8-7BF6E13939DE}" dt="2026-02-05T05:48:43.816" v="1016" actId="1076"/>
          <ac:spMkLst>
            <pc:docMk/>
            <pc:sldMk cId="2077230894" sldId="263"/>
            <ac:spMk id="30" creationId="{2C5E32CF-D6D9-38B4-DED2-0B1BB07A0141}"/>
          </ac:spMkLst>
        </pc:spChg>
        <pc:spChg chg="add mod">
          <ac:chgData name="Carlos Joaquin Mojica" userId="a0a31641-f818-47c3-9523-3d86ac5450af" providerId="ADAL" clId="{4BC8A04F-044A-4361-BEB8-7BF6E13939DE}" dt="2026-02-05T00:45:56.752" v="946" actId="20577"/>
          <ac:spMkLst>
            <pc:docMk/>
            <pc:sldMk cId="2077230894" sldId="263"/>
            <ac:spMk id="31" creationId="{4A9F6295-B3A4-7BB9-113E-4A24E68787D0}"/>
          </ac:spMkLst>
        </pc:spChg>
        <pc:picChg chg="add mod ord">
          <ac:chgData name="Carlos Joaquin Mojica" userId="a0a31641-f818-47c3-9523-3d86ac5450af" providerId="ADAL" clId="{4BC8A04F-044A-4361-BEB8-7BF6E13939DE}" dt="2026-02-03T23:34:32.796" v="280" actId="171"/>
          <ac:picMkLst>
            <pc:docMk/>
            <pc:sldMk cId="2077230894" sldId="263"/>
            <ac:picMk id="33" creationId="{655C554F-643E-476F-FF98-9D0CFC2257EE}"/>
          </ac:picMkLst>
        </pc:picChg>
        <pc:picChg chg="add mod ord">
          <ac:chgData name="Carlos Joaquin Mojica" userId="a0a31641-f818-47c3-9523-3d86ac5450af" providerId="ADAL" clId="{4BC8A04F-044A-4361-BEB8-7BF6E13939DE}" dt="2026-02-03T23:34:58.018" v="296" actId="171"/>
          <ac:picMkLst>
            <pc:docMk/>
            <pc:sldMk cId="2077230894" sldId="263"/>
            <ac:picMk id="35" creationId="{B775D85C-B602-0A04-E159-46A485243A84}"/>
          </ac:picMkLst>
        </pc:picChg>
        <pc:picChg chg="add mod ord">
          <ac:chgData name="Carlos Joaquin Mojica" userId="a0a31641-f818-47c3-9523-3d86ac5450af" providerId="ADAL" clId="{4BC8A04F-044A-4361-BEB8-7BF6E13939DE}" dt="2026-02-04T07:48:45.463" v="507" actId="1076"/>
          <ac:picMkLst>
            <pc:docMk/>
            <pc:sldMk cId="2077230894" sldId="263"/>
            <ac:picMk id="37" creationId="{F27BB919-4902-2814-F899-C1AFDEAD176A}"/>
          </ac:picMkLst>
        </pc:picChg>
        <pc:picChg chg="add mod">
          <ac:chgData name="Carlos Joaquin Mojica" userId="a0a31641-f818-47c3-9523-3d86ac5450af" providerId="ADAL" clId="{4BC8A04F-044A-4361-BEB8-7BF6E13939DE}" dt="2026-02-04T07:48:55.879" v="512" actId="1076"/>
          <ac:picMkLst>
            <pc:docMk/>
            <pc:sldMk cId="2077230894" sldId="263"/>
            <ac:picMk id="39" creationId="{20B8C302-1521-DAEE-7A08-2CE3AA5F372E}"/>
          </ac:picMkLst>
        </pc:picChg>
        <pc:picChg chg="add mod">
          <ac:chgData name="Carlos Joaquin Mojica" userId="a0a31641-f818-47c3-9523-3d86ac5450af" providerId="ADAL" clId="{4BC8A04F-044A-4361-BEB8-7BF6E13939DE}" dt="2026-02-04T07:49:04.299" v="515" actId="1076"/>
          <ac:picMkLst>
            <pc:docMk/>
            <pc:sldMk cId="2077230894" sldId="263"/>
            <ac:picMk id="41" creationId="{A04A906F-4695-59ED-09D2-7D851C123FBB}"/>
          </ac:picMkLst>
        </pc:picChg>
        <pc:picChg chg="add mod">
          <ac:chgData name="Carlos Joaquin Mojica" userId="a0a31641-f818-47c3-9523-3d86ac5450af" providerId="ADAL" clId="{4BC8A04F-044A-4361-BEB8-7BF6E13939DE}" dt="2026-02-04T07:49:23.412" v="531" actId="1076"/>
          <ac:picMkLst>
            <pc:docMk/>
            <pc:sldMk cId="2077230894" sldId="263"/>
            <ac:picMk id="43" creationId="{19545FC7-6F76-08A3-9CC4-F00C157E273F}"/>
          </ac:picMkLst>
        </pc:picChg>
        <pc:cxnChg chg="add mod">
          <ac:chgData name="Carlos Joaquin Mojica" userId="a0a31641-f818-47c3-9523-3d86ac5450af" providerId="ADAL" clId="{4BC8A04F-044A-4361-BEB8-7BF6E13939DE}" dt="2026-02-04T07:49:19.795" v="529" actId="14100"/>
          <ac:cxnSpMkLst>
            <pc:docMk/>
            <pc:sldMk cId="2077230894" sldId="263"/>
            <ac:cxnSpMk id="2" creationId="{B5A2ED5B-1038-CE29-0A14-2E930B00A6CE}"/>
          </ac:cxnSpMkLst>
        </pc:cxnChg>
        <pc:cxnChg chg="add mod ord">
          <ac:chgData name="Carlos Joaquin Mojica" userId="a0a31641-f818-47c3-9523-3d86ac5450af" providerId="ADAL" clId="{4BC8A04F-044A-4361-BEB8-7BF6E13939DE}" dt="2026-02-04T07:49:11.281" v="526" actId="170"/>
          <ac:cxnSpMkLst>
            <pc:docMk/>
            <pc:sldMk cId="2077230894" sldId="263"/>
            <ac:cxnSpMk id="6" creationId="{46385503-7761-B99A-DF3C-6F5DA38146B0}"/>
          </ac:cxnSpMkLst>
        </pc:cxnChg>
        <pc:cxnChg chg="add mod ord">
          <ac:chgData name="Carlos Joaquin Mojica" userId="a0a31641-f818-47c3-9523-3d86ac5450af" providerId="ADAL" clId="{4BC8A04F-044A-4361-BEB8-7BF6E13939DE}" dt="2026-02-04T07:49:29.901" v="541" actId="170"/>
          <ac:cxnSpMkLst>
            <pc:docMk/>
            <pc:sldMk cId="2077230894" sldId="263"/>
            <ac:cxnSpMk id="15" creationId="{D5914835-017A-1C02-F7B5-4303DDC84EE2}"/>
          </ac:cxnSpMkLst>
        </pc:cxnChg>
        <pc:cxnChg chg="add mod">
          <ac:chgData name="Carlos Joaquin Mojica" userId="a0a31641-f818-47c3-9523-3d86ac5450af" providerId="ADAL" clId="{4BC8A04F-044A-4361-BEB8-7BF6E13939DE}" dt="2026-02-03T23:34:19.079" v="267" actId="478"/>
          <ac:cxnSpMkLst>
            <pc:docMk/>
            <pc:sldMk cId="2077230894" sldId="263"/>
            <ac:cxnSpMk id="26" creationId="{B8BC8474-A7AA-1166-5824-6C7FC2EC890E}"/>
          </ac:cxnSpMkLst>
        </pc:cxnChg>
      </pc:sldChg>
      <pc:sldChg chg="addSp delSp modSp add mod">
        <pc:chgData name="Carlos Joaquin Mojica" userId="a0a31641-f818-47c3-9523-3d86ac5450af" providerId="ADAL" clId="{4BC8A04F-044A-4361-BEB8-7BF6E13939DE}" dt="2026-02-05T05:49:11.798" v="1027" actId="170"/>
        <pc:sldMkLst>
          <pc:docMk/>
          <pc:sldMk cId="231987438" sldId="264"/>
        </pc:sldMkLst>
        <pc:spChg chg="mod">
          <ac:chgData name="Carlos Joaquin Mojica" userId="a0a31641-f818-47c3-9523-3d86ac5450af" providerId="ADAL" clId="{4BC8A04F-044A-4361-BEB8-7BF6E13939DE}" dt="2026-02-05T00:46:05.821" v="958" actId="20577"/>
          <ac:spMkLst>
            <pc:docMk/>
            <pc:sldMk cId="231987438" sldId="264"/>
            <ac:spMk id="31" creationId="{B6A3C967-53F8-F97B-471D-EFD5F425A4FB}"/>
          </ac:spMkLst>
        </pc:spChg>
        <pc:picChg chg="add mod">
          <ac:chgData name="Carlos Joaquin Mojica" userId="a0a31641-f818-47c3-9523-3d86ac5450af" providerId="ADAL" clId="{4BC8A04F-044A-4361-BEB8-7BF6E13939DE}" dt="2026-02-04T07:49:59.591" v="552" actId="1076"/>
          <ac:picMkLst>
            <pc:docMk/>
            <pc:sldMk cId="231987438" sldId="264"/>
            <ac:picMk id="4" creationId="{FA6EE730-A1AF-F27E-5B53-0B4B89468AF7}"/>
          </ac:picMkLst>
        </pc:picChg>
        <pc:picChg chg="add mod ord">
          <ac:chgData name="Carlos Joaquin Mojica" userId="a0a31641-f818-47c3-9523-3d86ac5450af" providerId="ADAL" clId="{4BC8A04F-044A-4361-BEB8-7BF6E13939DE}" dt="2026-02-04T07:50:43.449" v="573" actId="171"/>
          <ac:picMkLst>
            <pc:docMk/>
            <pc:sldMk cId="231987438" sldId="264"/>
            <ac:picMk id="7" creationId="{FB5A7A0C-A3F3-4B0E-9684-9CCBA5E35869}"/>
          </ac:picMkLst>
        </pc:picChg>
        <pc:picChg chg="add mod ord">
          <ac:chgData name="Carlos Joaquin Mojica" userId="a0a31641-f818-47c3-9523-3d86ac5450af" providerId="ADAL" clId="{4BC8A04F-044A-4361-BEB8-7BF6E13939DE}" dt="2026-02-04T07:50:40.337" v="565" actId="171"/>
          <ac:picMkLst>
            <pc:docMk/>
            <pc:sldMk cId="231987438" sldId="264"/>
            <ac:picMk id="9" creationId="{6A78BDB2-B868-8FA9-7D72-EE7CF850D1E0}"/>
          </ac:picMkLst>
        </pc:picChg>
        <pc:picChg chg="add mod">
          <ac:chgData name="Carlos Joaquin Mojica" userId="a0a31641-f818-47c3-9523-3d86ac5450af" providerId="ADAL" clId="{4BC8A04F-044A-4361-BEB8-7BF6E13939DE}" dt="2026-02-04T07:50:51.029" v="580" actId="1076"/>
          <ac:picMkLst>
            <pc:docMk/>
            <pc:sldMk cId="231987438" sldId="264"/>
            <ac:picMk id="12" creationId="{AE9C25BE-9656-03F1-41D9-89A6C694EA04}"/>
          </ac:picMkLst>
        </pc:picChg>
        <pc:cxnChg chg="mod ord">
          <ac:chgData name="Carlos Joaquin Mojica" userId="a0a31641-f818-47c3-9523-3d86ac5450af" providerId="ADAL" clId="{4BC8A04F-044A-4361-BEB8-7BF6E13939DE}" dt="2026-02-05T05:49:11.798" v="1027" actId="170"/>
          <ac:cxnSpMkLst>
            <pc:docMk/>
            <pc:sldMk cId="231987438" sldId="264"/>
            <ac:cxnSpMk id="6" creationId="{FAB3F810-7962-A28F-4E17-75040CD2C897}"/>
          </ac:cxnSpMkLst>
        </pc:cxnChg>
        <pc:cxnChg chg="mod">
          <ac:chgData name="Carlos Joaquin Mojica" userId="a0a31641-f818-47c3-9523-3d86ac5450af" providerId="ADAL" clId="{4BC8A04F-044A-4361-BEB8-7BF6E13939DE}" dt="2026-02-04T07:49:49.446" v="547" actId="478"/>
          <ac:cxnSpMkLst>
            <pc:docMk/>
            <pc:sldMk cId="231987438" sldId="264"/>
            <ac:cxnSpMk id="26" creationId="{2381104F-AC01-45FB-ED57-010E1BCCE23D}"/>
          </ac:cxnSpMkLst>
        </pc:cxnChg>
      </pc:sldChg>
      <pc:sldChg chg="add">
        <pc:chgData name="Carlos Joaquin Mojica" userId="a0a31641-f818-47c3-9523-3d86ac5450af" providerId="ADAL" clId="{4BC8A04F-044A-4361-BEB8-7BF6E13939DE}" dt="2026-02-03T23:41:07.045" v="310" actId="2890"/>
        <pc:sldMkLst>
          <pc:docMk/>
          <pc:sldMk cId="2093839276" sldId="265"/>
        </pc:sldMkLst>
      </pc:sldChg>
      <pc:sldChg chg="addSp delSp modSp add mod">
        <pc:chgData name="Carlos Joaquin Mojica" userId="a0a31641-f818-47c3-9523-3d86ac5450af" providerId="ADAL" clId="{4BC8A04F-044A-4361-BEB8-7BF6E13939DE}" dt="2026-02-05T00:46:10.931" v="968" actId="20577"/>
        <pc:sldMkLst>
          <pc:docMk/>
          <pc:sldMk cId="1037708663" sldId="266"/>
        </pc:sldMkLst>
        <pc:spChg chg="add mod">
          <ac:chgData name="Carlos Joaquin Mojica" userId="a0a31641-f818-47c3-9523-3d86ac5450af" providerId="ADAL" clId="{4BC8A04F-044A-4361-BEB8-7BF6E13939DE}" dt="2026-02-05T00:39:10.666" v="927" actId="1076"/>
          <ac:spMkLst>
            <pc:docMk/>
            <pc:sldMk cId="1037708663" sldId="266"/>
            <ac:spMk id="21" creationId="{3282A39C-9478-2BBD-BC00-1145091C6EEC}"/>
          </ac:spMkLst>
        </pc:spChg>
        <pc:spChg chg="mod">
          <ac:chgData name="Carlos Joaquin Mojica" userId="a0a31641-f818-47c3-9523-3d86ac5450af" providerId="ADAL" clId="{4BC8A04F-044A-4361-BEB8-7BF6E13939DE}" dt="2026-02-05T00:46:10.931" v="968" actId="20577"/>
          <ac:spMkLst>
            <pc:docMk/>
            <pc:sldMk cId="1037708663" sldId="266"/>
            <ac:spMk id="31" creationId="{F5947BD3-43F6-008D-8DC3-0DF8EF6B4266}"/>
          </ac:spMkLst>
        </pc:spChg>
        <pc:picChg chg="add mod">
          <ac:chgData name="Carlos Joaquin Mojica" userId="a0a31641-f818-47c3-9523-3d86ac5450af" providerId="ADAL" clId="{4BC8A04F-044A-4361-BEB8-7BF6E13939DE}" dt="2026-02-04T07:51:12.252" v="590" actId="1076"/>
          <ac:picMkLst>
            <pc:docMk/>
            <pc:sldMk cId="1037708663" sldId="266"/>
            <ac:picMk id="5" creationId="{A60B6EDF-84A2-41DB-980B-FD65D223059D}"/>
          </ac:picMkLst>
        </pc:picChg>
        <pc:picChg chg="add mod ord">
          <ac:chgData name="Carlos Joaquin Mojica" userId="a0a31641-f818-47c3-9523-3d86ac5450af" providerId="ADAL" clId="{4BC8A04F-044A-4361-BEB8-7BF6E13939DE}" dt="2026-02-04T07:51:40.941" v="617" actId="171"/>
          <ac:picMkLst>
            <pc:docMk/>
            <pc:sldMk cId="1037708663" sldId="266"/>
            <ac:picMk id="10" creationId="{0EDBA263-21DC-7151-F0FC-3724AF4895A1}"/>
          </ac:picMkLst>
        </pc:picChg>
        <pc:picChg chg="add mod ord">
          <ac:chgData name="Carlos Joaquin Mojica" userId="a0a31641-f818-47c3-9523-3d86ac5450af" providerId="ADAL" clId="{4BC8A04F-044A-4361-BEB8-7BF6E13939DE}" dt="2026-02-04T07:51:29.721" v="605" actId="171"/>
          <ac:picMkLst>
            <pc:docMk/>
            <pc:sldMk cId="1037708663" sldId="266"/>
            <ac:picMk id="14" creationId="{929B3327-8953-55A8-7A7A-C9E70360B2D8}"/>
          </ac:picMkLst>
        </pc:picChg>
        <pc:picChg chg="add mod ord">
          <ac:chgData name="Carlos Joaquin Mojica" userId="a0a31641-f818-47c3-9523-3d86ac5450af" providerId="ADAL" clId="{4BC8A04F-044A-4361-BEB8-7BF6E13939DE}" dt="2026-02-04T07:51:54.209" v="636" actId="1076"/>
          <ac:picMkLst>
            <pc:docMk/>
            <pc:sldMk cId="1037708663" sldId="266"/>
            <ac:picMk id="17" creationId="{6A4D1EC7-A2E4-A8C5-3E20-61E39FFB18FF}"/>
          </ac:picMkLst>
        </pc:picChg>
        <pc:picChg chg="add mod">
          <ac:chgData name="Carlos Joaquin Mojica" userId="a0a31641-f818-47c3-9523-3d86ac5450af" providerId="ADAL" clId="{4BC8A04F-044A-4361-BEB8-7BF6E13939DE}" dt="2026-02-04T07:52:02.135" v="641" actId="1076"/>
          <ac:picMkLst>
            <pc:docMk/>
            <pc:sldMk cId="1037708663" sldId="266"/>
            <ac:picMk id="20" creationId="{AA2D9E21-772E-FC3F-9B2C-D1750776D8C0}"/>
          </ac:picMkLst>
        </pc:picChg>
        <pc:cxnChg chg="add mod">
          <ac:chgData name="Carlos Joaquin Mojica" userId="a0a31641-f818-47c3-9523-3d86ac5450af" providerId="ADAL" clId="{4BC8A04F-044A-4361-BEB8-7BF6E13939DE}" dt="2026-02-04T07:52:10.528" v="644" actId="14100"/>
          <ac:cxnSpMkLst>
            <pc:docMk/>
            <pc:sldMk cId="1037708663" sldId="266"/>
            <ac:cxnSpMk id="2" creationId="{8CBAC5EE-60B5-ABF0-F2E9-C30852AEB128}"/>
          </ac:cxnSpMkLst>
        </pc:cxnChg>
        <pc:cxnChg chg="mod">
          <ac:chgData name="Carlos Joaquin Mojica" userId="a0a31641-f818-47c3-9523-3d86ac5450af" providerId="ADAL" clId="{4BC8A04F-044A-4361-BEB8-7BF6E13939DE}" dt="2026-02-03T23:42:32.344" v="322" actId="478"/>
          <ac:cxnSpMkLst>
            <pc:docMk/>
            <pc:sldMk cId="1037708663" sldId="266"/>
            <ac:cxnSpMk id="6" creationId="{1A28AA87-B7F6-86E7-2643-EA6ED528254C}"/>
          </ac:cxnSpMkLst>
        </pc:cxnChg>
        <pc:cxnChg chg="ord">
          <ac:chgData name="Carlos Joaquin Mojica" userId="a0a31641-f818-47c3-9523-3d86ac5450af" providerId="ADAL" clId="{4BC8A04F-044A-4361-BEB8-7BF6E13939DE}" dt="2026-02-04T07:51:16.631" v="597" actId="170"/>
          <ac:cxnSpMkLst>
            <pc:docMk/>
            <pc:sldMk cId="1037708663" sldId="266"/>
            <ac:cxnSpMk id="15" creationId="{1D3AFEFA-E6F2-02D5-09B9-5AB62F2504C5}"/>
          </ac:cxnSpMkLst>
        </pc:cxnChg>
        <pc:cxnChg chg="mod">
          <ac:chgData name="Carlos Joaquin Mojica" userId="a0a31641-f818-47c3-9523-3d86ac5450af" providerId="ADAL" clId="{4BC8A04F-044A-4361-BEB8-7BF6E13939DE}" dt="2026-02-03T23:42:33.820" v="323" actId="478"/>
          <ac:cxnSpMkLst>
            <pc:docMk/>
            <pc:sldMk cId="1037708663" sldId="266"/>
            <ac:cxnSpMk id="26" creationId="{22C6EFF1-FF41-DC75-DA12-A91ED37E5821}"/>
          </ac:cxnSpMkLst>
        </pc:cxnChg>
      </pc:sldChg>
      <pc:sldChg chg="addSp delSp modSp add mod setBg">
        <pc:chgData name="Carlos Joaquin Mojica" userId="a0a31641-f818-47c3-9523-3d86ac5450af" providerId="ADAL" clId="{4BC8A04F-044A-4361-BEB8-7BF6E13939DE}" dt="2026-02-05T06:09:21.048" v="2841" actId="20577"/>
        <pc:sldMkLst>
          <pc:docMk/>
          <pc:sldMk cId="1495296253" sldId="267"/>
        </pc:sldMkLst>
        <pc:spChg chg="add mod">
          <ac:chgData name="Carlos Joaquin Mojica" userId="a0a31641-f818-47c3-9523-3d86ac5450af" providerId="ADAL" clId="{4BC8A04F-044A-4361-BEB8-7BF6E13939DE}" dt="2026-02-05T00:10:51.963" v="853" actId="1076"/>
          <ac:spMkLst>
            <pc:docMk/>
            <pc:sldMk cId="1495296253" sldId="267"/>
            <ac:spMk id="2" creationId="{46ACFAAA-D027-324C-EFAF-F3463AC6E89B}"/>
          </ac:spMkLst>
        </pc:spChg>
        <pc:spChg chg="add mod">
          <ac:chgData name="Carlos Joaquin Mojica" userId="a0a31641-f818-47c3-9523-3d86ac5450af" providerId="ADAL" clId="{4BC8A04F-044A-4361-BEB8-7BF6E13939DE}" dt="2026-02-04T06:39:33.488" v="489" actId="20577"/>
          <ac:spMkLst>
            <pc:docMk/>
            <pc:sldMk cId="1495296253" sldId="267"/>
            <ac:spMk id="11" creationId="{B5349511-DD66-C560-6156-2617BAACE7BE}"/>
          </ac:spMkLst>
        </pc:spChg>
        <pc:spChg chg="mod">
          <ac:chgData name="Carlos Joaquin Mojica" userId="a0a31641-f818-47c3-9523-3d86ac5450af" providerId="ADAL" clId="{4BC8A04F-044A-4361-BEB8-7BF6E13939DE}" dt="2026-02-05T06:09:21.048" v="2841" actId="20577"/>
          <ac:spMkLst>
            <pc:docMk/>
            <pc:sldMk cId="1495296253" sldId="267"/>
            <ac:spMk id="206" creationId="{396E6A2C-D677-B58A-0719-CDCBF69381D0}"/>
          </ac:spMkLst>
        </pc:spChg>
        <pc:picChg chg="add mod">
          <ac:chgData name="Carlos Joaquin Mojica" userId="a0a31641-f818-47c3-9523-3d86ac5450af" providerId="ADAL" clId="{4BC8A04F-044A-4361-BEB8-7BF6E13939DE}" dt="2026-02-05T00:10:24.595" v="826" actId="1076"/>
          <ac:picMkLst>
            <pc:docMk/>
            <pc:sldMk cId="1495296253" sldId="267"/>
            <ac:picMk id="4" creationId="{EADE7ACE-214C-61F0-3F89-C5A8536D5AD4}"/>
          </ac:picMkLst>
        </pc:picChg>
      </pc:sldChg>
      <pc:sldChg chg="addSp delSp modSp add mod">
        <pc:chgData name="Carlos Joaquin Mojica" userId="a0a31641-f818-47c3-9523-3d86ac5450af" providerId="ADAL" clId="{4BC8A04F-044A-4361-BEB8-7BF6E13939DE}" dt="2026-02-16T07:12:18.838" v="2991" actId="478"/>
        <pc:sldMkLst>
          <pc:docMk/>
          <pc:sldMk cId="4184049279" sldId="268"/>
        </pc:sldMkLst>
        <pc:spChg chg="mod">
          <ac:chgData name="Carlos Joaquin Mojica" userId="a0a31641-f818-47c3-9523-3d86ac5450af" providerId="ADAL" clId="{4BC8A04F-044A-4361-BEB8-7BF6E13939DE}" dt="2026-02-05T00:11:59.183" v="885" actId="1076"/>
          <ac:spMkLst>
            <pc:docMk/>
            <pc:sldMk cId="4184049279" sldId="268"/>
            <ac:spMk id="11" creationId="{11153063-C3C7-2BE6-DAA6-E7BA86F873D5}"/>
          </ac:spMkLst>
        </pc:spChg>
        <pc:spChg chg="mod">
          <ac:chgData name="Carlos Joaquin Mojica" userId="a0a31641-f818-47c3-9523-3d86ac5450af" providerId="ADAL" clId="{4BC8A04F-044A-4361-BEB8-7BF6E13939DE}" dt="2026-02-05T06:09:28.346" v="2842"/>
          <ac:spMkLst>
            <pc:docMk/>
            <pc:sldMk cId="4184049279" sldId="268"/>
            <ac:spMk id="206" creationId="{6B90A60B-8B68-4CA1-831D-37EC0207E80A}"/>
          </ac:spMkLst>
        </pc:spChg>
        <pc:picChg chg="mod">
          <ac:chgData name="Carlos Joaquin Mojica" userId="a0a31641-f818-47c3-9523-3d86ac5450af" providerId="ADAL" clId="{4BC8A04F-044A-4361-BEB8-7BF6E13939DE}" dt="2026-02-05T00:11:56.511" v="884" actId="1076"/>
          <ac:picMkLst>
            <pc:docMk/>
            <pc:sldMk cId="4184049279" sldId="268"/>
            <ac:picMk id="7" creationId="{591ECA1C-CA2E-9DB8-3BA6-C673E7B57A30}"/>
          </ac:picMkLst>
        </pc:picChg>
      </pc:sldChg>
      <pc:sldChg chg="delSp modSp add mod ord">
        <pc:chgData name="Carlos Joaquin Mojica" userId="a0a31641-f818-47c3-9523-3d86ac5450af" providerId="ADAL" clId="{4BC8A04F-044A-4361-BEB8-7BF6E13939DE}" dt="2026-02-05T06:09:31.284" v="2843"/>
        <pc:sldMkLst>
          <pc:docMk/>
          <pc:sldMk cId="4254691920" sldId="269"/>
        </pc:sldMkLst>
        <pc:spChg chg="mod">
          <ac:chgData name="Carlos Joaquin Mojica" userId="a0a31641-f818-47c3-9523-3d86ac5450af" providerId="ADAL" clId="{4BC8A04F-044A-4361-BEB8-7BF6E13939DE}" dt="2026-02-05T06:09:31.284" v="2843"/>
          <ac:spMkLst>
            <pc:docMk/>
            <pc:sldMk cId="4254691920" sldId="269"/>
            <ac:spMk id="206" creationId="{580A1B79-7AC7-C1B9-B5F6-689DC01C6402}"/>
          </ac:spMkLst>
        </pc:spChg>
        <pc:picChg chg="mod">
          <ac:chgData name="Carlos Joaquin Mojica" userId="a0a31641-f818-47c3-9523-3d86ac5450af" providerId="ADAL" clId="{4BC8A04F-044A-4361-BEB8-7BF6E13939DE}" dt="2026-02-04T07:53:07.097" v="658" actId="1076"/>
          <ac:picMkLst>
            <pc:docMk/>
            <pc:sldMk cId="4254691920" sldId="269"/>
            <ac:picMk id="9" creationId="{1D4C0781-1A21-007B-348D-994C56AAB8BA}"/>
          </ac:picMkLst>
        </pc:picChg>
      </pc:sldChg>
      <pc:sldChg chg="addSp delSp modSp add mod">
        <pc:chgData name="Carlos Joaquin Mojica" userId="a0a31641-f818-47c3-9523-3d86ac5450af" providerId="ADAL" clId="{4BC8A04F-044A-4361-BEB8-7BF6E13939DE}" dt="2026-02-05T00:46:18.136" v="981" actId="20577"/>
        <pc:sldMkLst>
          <pc:docMk/>
          <pc:sldMk cId="3037429451" sldId="270"/>
        </pc:sldMkLst>
        <pc:spChg chg="add mod">
          <ac:chgData name="Carlos Joaquin Mojica" userId="a0a31641-f818-47c3-9523-3d86ac5450af" providerId="ADAL" clId="{4BC8A04F-044A-4361-BEB8-7BF6E13939DE}" dt="2026-02-05T00:02:26.791" v="781" actId="20577"/>
          <ac:spMkLst>
            <pc:docMk/>
            <pc:sldMk cId="3037429451" sldId="270"/>
            <ac:spMk id="21" creationId="{DF0E2B57-E8DD-000E-E966-8DB786FCA368}"/>
          </ac:spMkLst>
        </pc:spChg>
        <pc:spChg chg="add mod">
          <ac:chgData name="Carlos Joaquin Mojica" userId="a0a31641-f818-47c3-9523-3d86ac5450af" providerId="ADAL" clId="{4BC8A04F-044A-4361-BEB8-7BF6E13939DE}" dt="2026-02-05T00:03:19.284" v="819" actId="1076"/>
          <ac:spMkLst>
            <pc:docMk/>
            <pc:sldMk cId="3037429451" sldId="270"/>
            <ac:spMk id="25" creationId="{5FC5F02E-AD02-67DD-B0CC-A1A13BC1C289}"/>
          </ac:spMkLst>
        </pc:spChg>
        <pc:spChg chg="mod">
          <ac:chgData name="Carlos Joaquin Mojica" userId="a0a31641-f818-47c3-9523-3d86ac5450af" providerId="ADAL" clId="{4BC8A04F-044A-4361-BEB8-7BF6E13939DE}" dt="2026-02-05T00:02:40.039" v="786" actId="20577"/>
          <ac:spMkLst>
            <pc:docMk/>
            <pc:sldMk cId="3037429451" sldId="270"/>
            <ac:spMk id="29" creationId="{AFE62D9E-B1EE-1FC2-FEEB-56E94440BF0C}"/>
          </ac:spMkLst>
        </pc:spChg>
        <pc:spChg chg="mod">
          <ac:chgData name="Carlos Joaquin Mojica" userId="a0a31641-f818-47c3-9523-3d86ac5450af" providerId="ADAL" clId="{4BC8A04F-044A-4361-BEB8-7BF6E13939DE}" dt="2026-02-05T00:02:43.958" v="788" actId="20577"/>
          <ac:spMkLst>
            <pc:docMk/>
            <pc:sldMk cId="3037429451" sldId="270"/>
            <ac:spMk id="30" creationId="{31C3172D-8DF5-046C-AE6B-83610212E968}"/>
          </ac:spMkLst>
        </pc:spChg>
        <pc:spChg chg="mod">
          <ac:chgData name="Carlos Joaquin Mojica" userId="a0a31641-f818-47c3-9523-3d86ac5450af" providerId="ADAL" clId="{4BC8A04F-044A-4361-BEB8-7BF6E13939DE}" dt="2026-02-05T00:46:18.136" v="981" actId="20577"/>
          <ac:spMkLst>
            <pc:docMk/>
            <pc:sldMk cId="3037429451" sldId="270"/>
            <ac:spMk id="31" creationId="{C227C935-9FDD-04CB-89C4-64163D310628}"/>
          </ac:spMkLst>
        </pc:spChg>
        <pc:picChg chg="add mod ord modCrop">
          <ac:chgData name="Carlos Joaquin Mojica" userId="a0a31641-f818-47c3-9523-3d86ac5450af" providerId="ADAL" clId="{4BC8A04F-044A-4361-BEB8-7BF6E13939DE}" dt="2026-02-05T00:03:25.338" v="822" actId="1076"/>
          <ac:picMkLst>
            <pc:docMk/>
            <pc:sldMk cId="3037429451" sldId="270"/>
            <ac:picMk id="4" creationId="{6069F59F-92FA-4A23-E720-A6510B53F1AB}"/>
          </ac:picMkLst>
        </pc:picChg>
        <pc:cxnChg chg="add mod">
          <ac:chgData name="Carlos Joaquin Mojica" userId="a0a31641-f818-47c3-9523-3d86ac5450af" providerId="ADAL" clId="{4BC8A04F-044A-4361-BEB8-7BF6E13939DE}" dt="2026-02-05T00:00:43.141" v="691" actId="14100"/>
          <ac:cxnSpMkLst>
            <pc:docMk/>
            <pc:sldMk cId="3037429451" sldId="270"/>
            <ac:cxnSpMk id="5" creationId="{86E87ECD-0C3F-8537-4573-CBC7E526BE13}"/>
          </ac:cxnSpMkLst>
        </pc:cxnChg>
        <pc:cxnChg chg="add mod">
          <ac:chgData name="Carlos Joaquin Mojica" userId="a0a31641-f818-47c3-9523-3d86ac5450af" providerId="ADAL" clId="{4BC8A04F-044A-4361-BEB8-7BF6E13939DE}" dt="2026-02-05T00:01:19.420" v="703" actId="1076"/>
          <ac:cxnSpMkLst>
            <pc:docMk/>
            <pc:sldMk cId="3037429451" sldId="270"/>
            <ac:cxnSpMk id="9" creationId="{80952328-07CA-50D4-9A41-30BA7195D9EC}"/>
          </ac:cxnSpMkLst>
        </pc:cxnChg>
        <pc:cxnChg chg="add mod">
          <ac:chgData name="Carlos Joaquin Mojica" userId="a0a31641-f818-47c3-9523-3d86ac5450af" providerId="ADAL" clId="{4BC8A04F-044A-4361-BEB8-7BF6E13939DE}" dt="2026-02-05T00:02:40.039" v="786" actId="20577"/>
          <ac:cxnSpMkLst>
            <pc:docMk/>
            <pc:sldMk cId="3037429451" sldId="270"/>
            <ac:cxnSpMk id="14" creationId="{FAAE5671-B2EF-493D-22C5-4E801CDB37D6}"/>
          </ac:cxnSpMkLst>
        </pc:cxnChg>
        <pc:cxnChg chg="add mod">
          <ac:chgData name="Carlos Joaquin Mojica" userId="a0a31641-f818-47c3-9523-3d86ac5450af" providerId="ADAL" clId="{4BC8A04F-044A-4361-BEB8-7BF6E13939DE}" dt="2026-02-05T00:02:34.684" v="784" actId="14100"/>
          <ac:cxnSpMkLst>
            <pc:docMk/>
            <pc:sldMk cId="3037429451" sldId="270"/>
            <ac:cxnSpMk id="22" creationId="{65F025F8-90AA-A784-FAC0-570B2F223D9E}"/>
          </ac:cxnSpMkLst>
        </pc:cxnChg>
        <pc:cxnChg chg="add mod">
          <ac:chgData name="Carlos Joaquin Mojica" userId="a0a31641-f818-47c3-9523-3d86ac5450af" providerId="ADAL" clId="{4BC8A04F-044A-4361-BEB8-7BF6E13939DE}" dt="2026-02-05T00:03:34.199" v="824" actId="14100"/>
          <ac:cxnSpMkLst>
            <pc:docMk/>
            <pc:sldMk cId="3037429451" sldId="270"/>
            <ac:cxnSpMk id="27" creationId="{048A6DB7-19F2-0F18-ADD7-9587A1CCAB3E}"/>
          </ac:cxnSpMkLst>
        </pc:cxnChg>
      </pc:sldChg>
      <pc:sldChg chg="addSp delSp modSp add mod">
        <pc:chgData name="Carlos Joaquin Mojica" userId="a0a31641-f818-47c3-9523-3d86ac5450af" providerId="ADAL" clId="{4BC8A04F-044A-4361-BEB8-7BF6E13939DE}" dt="2026-02-05T06:09:52.002" v="2863" actId="20577"/>
        <pc:sldMkLst>
          <pc:docMk/>
          <pc:sldMk cId="3486978878" sldId="271"/>
        </pc:sldMkLst>
        <pc:spChg chg="mod">
          <ac:chgData name="Carlos Joaquin Mojica" userId="a0a31641-f818-47c3-9523-3d86ac5450af" providerId="ADAL" clId="{4BC8A04F-044A-4361-BEB8-7BF6E13939DE}" dt="2026-02-05T06:09:52.002" v="2863" actId="20577"/>
          <ac:spMkLst>
            <pc:docMk/>
            <pc:sldMk cId="3486978878" sldId="271"/>
            <ac:spMk id="206" creationId="{6E964739-C4E2-126D-9C02-C815CAA2B21D}"/>
          </ac:spMkLst>
        </pc:spChg>
        <pc:picChg chg="add mod">
          <ac:chgData name="Carlos Joaquin Mojica" userId="a0a31641-f818-47c3-9523-3d86ac5450af" providerId="ADAL" clId="{4BC8A04F-044A-4361-BEB8-7BF6E13939DE}" dt="2026-02-05T00:14:38.688" v="899" actId="1076"/>
          <ac:picMkLst>
            <pc:docMk/>
            <pc:sldMk cId="3486978878" sldId="271"/>
            <ac:picMk id="3" creationId="{361ACBE2-1586-2E78-5CFC-4419DFECE799}"/>
          </ac:picMkLst>
        </pc:picChg>
        <pc:picChg chg="add mod">
          <ac:chgData name="Carlos Joaquin Mojica" userId="a0a31641-f818-47c3-9523-3d86ac5450af" providerId="ADAL" clId="{4BC8A04F-044A-4361-BEB8-7BF6E13939DE}" dt="2026-02-05T00:14:45.319" v="904" actId="1076"/>
          <ac:picMkLst>
            <pc:docMk/>
            <pc:sldMk cId="3486978878" sldId="271"/>
            <ac:picMk id="5" creationId="{E23D504D-134C-C1C0-3ABF-50F88F4ED0D4}"/>
          </ac:picMkLst>
        </pc:picChg>
        <pc:picChg chg="add mod">
          <ac:chgData name="Carlos Joaquin Mojica" userId="a0a31641-f818-47c3-9523-3d86ac5450af" providerId="ADAL" clId="{4BC8A04F-044A-4361-BEB8-7BF6E13939DE}" dt="2026-02-05T00:14:48.254" v="907" actId="1076"/>
          <ac:picMkLst>
            <pc:docMk/>
            <pc:sldMk cId="3486978878" sldId="271"/>
            <ac:picMk id="7" creationId="{7C0DED5A-E176-85ED-7CE7-C93FB2863DDE}"/>
          </ac:picMkLst>
        </pc:picChg>
        <pc:cxnChg chg="add mod">
          <ac:chgData name="Carlos Joaquin Mojica" userId="a0a31641-f818-47c3-9523-3d86ac5450af" providerId="ADAL" clId="{4BC8A04F-044A-4361-BEB8-7BF6E13939DE}" dt="2026-02-05T05:28:12.683" v="1006" actId="14100"/>
          <ac:cxnSpMkLst>
            <pc:docMk/>
            <pc:sldMk cId="3486978878" sldId="271"/>
            <ac:cxnSpMk id="8" creationId="{62B7C623-788C-6BB0-6902-CDBEDDC529BD}"/>
          </ac:cxnSpMkLst>
        </pc:cxnChg>
        <pc:cxnChg chg="add mod">
          <ac:chgData name="Carlos Joaquin Mojica" userId="a0a31641-f818-47c3-9523-3d86ac5450af" providerId="ADAL" clId="{4BC8A04F-044A-4361-BEB8-7BF6E13939DE}" dt="2026-02-05T05:28:04.524" v="1004" actId="14100"/>
          <ac:cxnSpMkLst>
            <pc:docMk/>
            <pc:sldMk cId="3486978878" sldId="271"/>
            <ac:cxnSpMk id="12" creationId="{E0B6774F-7832-8D87-E68C-AF9D5651FAF6}"/>
          </ac:cxnSpMkLst>
        </pc:cxnChg>
      </pc:sldChg>
      <pc:sldChg chg="addSp delSp modSp add mod">
        <pc:chgData name="Carlos Joaquin Mojica" userId="a0a31641-f818-47c3-9523-3d86ac5450af" providerId="ADAL" clId="{4BC8A04F-044A-4361-BEB8-7BF6E13939DE}" dt="2026-02-05T06:09:59.977" v="2880" actId="20577"/>
        <pc:sldMkLst>
          <pc:docMk/>
          <pc:sldMk cId="2578118073" sldId="272"/>
        </pc:sldMkLst>
        <pc:spChg chg="mod">
          <ac:chgData name="Carlos Joaquin Mojica" userId="a0a31641-f818-47c3-9523-3d86ac5450af" providerId="ADAL" clId="{4BC8A04F-044A-4361-BEB8-7BF6E13939DE}" dt="2026-02-05T06:09:59.977" v="2880" actId="20577"/>
          <ac:spMkLst>
            <pc:docMk/>
            <pc:sldMk cId="2578118073" sldId="272"/>
            <ac:spMk id="206" creationId="{469C9B13-6F76-34F9-1BC4-35576CCD11BB}"/>
          </ac:spMkLst>
        </pc:spChg>
        <pc:picChg chg="add mod">
          <ac:chgData name="Carlos Joaquin Mojica" userId="a0a31641-f818-47c3-9523-3d86ac5450af" providerId="ADAL" clId="{4BC8A04F-044A-4361-BEB8-7BF6E13939DE}" dt="2026-02-05T00:29:40.224" v="914" actId="1076"/>
          <ac:picMkLst>
            <pc:docMk/>
            <pc:sldMk cId="2578118073" sldId="272"/>
            <ac:picMk id="4" creationId="{287FEA84-9CD1-F54E-7EE9-E6299426D4A1}"/>
          </ac:picMkLst>
        </pc:picChg>
        <pc:picChg chg="add mod">
          <ac:chgData name="Carlos Joaquin Mojica" userId="a0a31641-f818-47c3-9523-3d86ac5450af" providerId="ADAL" clId="{4BC8A04F-044A-4361-BEB8-7BF6E13939DE}" dt="2026-02-05T01:39:10.656" v="988" actId="1076"/>
          <ac:picMkLst>
            <pc:docMk/>
            <pc:sldMk cId="2578118073" sldId="272"/>
            <ac:picMk id="10" creationId="{714B20AF-0DED-D365-893E-4255E0DDCA51}"/>
          </ac:picMkLst>
        </pc:picChg>
        <pc:picChg chg="add mod">
          <ac:chgData name="Carlos Joaquin Mojica" userId="a0a31641-f818-47c3-9523-3d86ac5450af" providerId="ADAL" clId="{4BC8A04F-044A-4361-BEB8-7BF6E13939DE}" dt="2026-02-05T01:39:15.717" v="990" actId="1076"/>
          <ac:picMkLst>
            <pc:docMk/>
            <pc:sldMk cId="2578118073" sldId="272"/>
            <ac:picMk id="12" creationId="{468D5128-20AD-666B-C7C7-4739B42BEE81}"/>
          </ac:picMkLst>
        </pc:picChg>
        <pc:picChg chg="add mod modCrop">
          <ac:chgData name="Carlos Joaquin Mojica" userId="a0a31641-f818-47c3-9523-3d86ac5450af" providerId="ADAL" clId="{4BC8A04F-044A-4361-BEB8-7BF6E13939DE}" dt="2026-02-05T01:51:47.772" v="997" actId="1076"/>
          <ac:picMkLst>
            <pc:docMk/>
            <pc:sldMk cId="2578118073" sldId="272"/>
            <ac:picMk id="13" creationId="{0E078204-4200-20AE-A66B-3BA6C838B4E8}"/>
          </ac:picMkLst>
        </pc:picChg>
        <pc:cxnChg chg="add mod">
          <ac:chgData name="Carlos Joaquin Mojica" userId="a0a31641-f818-47c3-9523-3d86ac5450af" providerId="ADAL" clId="{4BC8A04F-044A-4361-BEB8-7BF6E13939DE}" dt="2026-02-05T05:28:23.811" v="1009" actId="14100"/>
          <ac:cxnSpMkLst>
            <pc:docMk/>
            <pc:sldMk cId="2578118073" sldId="272"/>
            <ac:cxnSpMk id="14" creationId="{15A3EC98-77EF-79B8-F84D-5F4830725F2C}"/>
          </ac:cxnSpMkLst>
        </pc:cxnChg>
        <pc:cxnChg chg="add mod">
          <ac:chgData name="Carlos Joaquin Mojica" userId="a0a31641-f818-47c3-9523-3d86ac5450af" providerId="ADAL" clId="{4BC8A04F-044A-4361-BEB8-7BF6E13939DE}" dt="2026-02-05T05:28:29.654" v="1012" actId="14100"/>
          <ac:cxnSpMkLst>
            <pc:docMk/>
            <pc:sldMk cId="2578118073" sldId="272"/>
            <ac:cxnSpMk id="17" creationId="{B4575894-10EC-2238-B45E-2457016A33D1}"/>
          </ac:cxnSpMkLst>
        </pc:cxnChg>
        <pc:cxnChg chg="add mod">
          <ac:chgData name="Carlos Joaquin Mojica" userId="a0a31641-f818-47c3-9523-3d86ac5450af" providerId="ADAL" clId="{4BC8A04F-044A-4361-BEB8-7BF6E13939DE}" dt="2026-02-05T05:28:38.059" v="1015" actId="14100"/>
          <ac:cxnSpMkLst>
            <pc:docMk/>
            <pc:sldMk cId="2578118073" sldId="272"/>
            <ac:cxnSpMk id="20" creationId="{AB88B1A8-D6D9-FB5F-E635-7E97871E2A91}"/>
          </ac:cxnSpMkLst>
        </pc:cxnChg>
      </pc:sldChg>
      <pc:sldChg chg="addSp delSp modSp add mod">
        <pc:chgData name="Carlos Joaquin Mojica" userId="a0a31641-f818-47c3-9523-3d86ac5450af" providerId="ADAL" clId="{4BC8A04F-044A-4361-BEB8-7BF6E13939DE}" dt="2026-02-05T06:01:32.181" v="2514" actId="14100"/>
        <pc:sldMkLst>
          <pc:docMk/>
          <pc:sldMk cId="2630845560" sldId="273"/>
        </pc:sldMkLst>
        <pc:spChg chg="add mod">
          <ac:chgData name="Carlos Joaquin Mojica" userId="a0a31641-f818-47c3-9523-3d86ac5450af" providerId="ADAL" clId="{4BC8A04F-044A-4361-BEB8-7BF6E13939DE}" dt="2026-02-05T06:01:32.181" v="2514" actId="14100"/>
          <ac:spMkLst>
            <pc:docMk/>
            <pc:sldMk cId="2630845560" sldId="273"/>
            <ac:spMk id="4" creationId="{B42CDA6B-C415-F804-4AE2-9701248AE547}"/>
          </ac:spMkLst>
        </pc:spChg>
        <pc:spChg chg="mod">
          <ac:chgData name="Carlos Joaquin Mojica" userId="a0a31641-f818-47c3-9523-3d86ac5450af" providerId="ADAL" clId="{4BC8A04F-044A-4361-BEB8-7BF6E13939DE}" dt="2026-02-05T05:56:53.822" v="1913" actId="12"/>
          <ac:spMkLst>
            <pc:docMk/>
            <pc:sldMk cId="2630845560" sldId="273"/>
            <ac:spMk id="28" creationId="{0D188A7F-B52D-EE55-D2A9-FCA03F36A493}"/>
          </ac:spMkLst>
        </pc:spChg>
        <pc:spChg chg="mod">
          <ac:chgData name="Carlos Joaquin Mojica" userId="a0a31641-f818-47c3-9523-3d86ac5450af" providerId="ADAL" clId="{4BC8A04F-044A-4361-BEB8-7BF6E13939DE}" dt="2026-02-05T05:58:56.523" v="2118" actId="14100"/>
          <ac:spMkLst>
            <pc:docMk/>
            <pc:sldMk cId="2630845560" sldId="273"/>
            <ac:spMk id="29" creationId="{24E91AE6-5E88-5101-10DF-8D999EB8E077}"/>
          </ac:spMkLst>
        </pc:spChg>
      </pc:sldChg>
      <pc:sldChg chg="modSp add mod ord">
        <pc:chgData name="Carlos Joaquin Mojica" userId="a0a31641-f818-47c3-9523-3d86ac5450af" providerId="ADAL" clId="{4BC8A04F-044A-4361-BEB8-7BF6E13939DE}" dt="2026-02-05T06:05:30.872" v="2679" actId="20577"/>
        <pc:sldMkLst>
          <pc:docMk/>
          <pc:sldMk cId="2052562076" sldId="274"/>
        </pc:sldMkLst>
        <pc:spChg chg="mod">
          <ac:chgData name="Carlos Joaquin Mojica" userId="a0a31641-f818-47c3-9523-3d86ac5450af" providerId="ADAL" clId="{4BC8A04F-044A-4361-BEB8-7BF6E13939DE}" dt="2026-02-05T06:02:43.507" v="2622" actId="20577"/>
          <ac:spMkLst>
            <pc:docMk/>
            <pc:sldMk cId="2052562076" sldId="274"/>
            <ac:spMk id="4" creationId="{0591D7C0-C605-1604-616E-FC3AA894E135}"/>
          </ac:spMkLst>
        </pc:spChg>
        <pc:spChg chg="mod">
          <ac:chgData name="Carlos Joaquin Mojica" userId="a0a31641-f818-47c3-9523-3d86ac5450af" providerId="ADAL" clId="{4BC8A04F-044A-4361-BEB8-7BF6E13939DE}" dt="2026-02-05T06:01:58.734" v="2519" actId="20577"/>
          <ac:spMkLst>
            <pc:docMk/>
            <pc:sldMk cId="2052562076" sldId="274"/>
            <ac:spMk id="28" creationId="{FF10CDE0-EA39-B582-6043-5B450B0C989B}"/>
          </ac:spMkLst>
        </pc:spChg>
        <pc:spChg chg="mod">
          <ac:chgData name="Carlos Joaquin Mojica" userId="a0a31641-f818-47c3-9523-3d86ac5450af" providerId="ADAL" clId="{4BC8A04F-044A-4361-BEB8-7BF6E13939DE}" dt="2026-02-05T06:02:05.043" v="2520" actId="1076"/>
          <ac:spMkLst>
            <pc:docMk/>
            <pc:sldMk cId="2052562076" sldId="274"/>
            <ac:spMk id="29" creationId="{1A5318E4-7ED2-8205-EF90-B7119BA14DDF}"/>
          </ac:spMkLst>
        </pc:spChg>
        <pc:spChg chg="mod">
          <ac:chgData name="Carlos Joaquin Mojica" userId="a0a31641-f818-47c3-9523-3d86ac5450af" providerId="ADAL" clId="{4BC8A04F-044A-4361-BEB8-7BF6E13939DE}" dt="2026-02-05T06:05:30.872" v="2679" actId="20577"/>
          <ac:spMkLst>
            <pc:docMk/>
            <pc:sldMk cId="2052562076" sldId="274"/>
            <ac:spMk id="31" creationId="{1CC6FAD5-FAD8-4373-F4E7-D89FA1B46068}"/>
          </ac:spMkLst>
        </pc:spChg>
      </pc:sldChg>
      <pc:sldChg chg="modSp add mod">
        <pc:chgData name="Carlos Joaquin Mojica" userId="a0a31641-f818-47c3-9523-3d86ac5450af" providerId="ADAL" clId="{4BC8A04F-044A-4361-BEB8-7BF6E13939DE}" dt="2026-02-05T06:05:38.244" v="2689" actId="20577"/>
        <pc:sldMkLst>
          <pc:docMk/>
          <pc:sldMk cId="1678682160" sldId="275"/>
        </pc:sldMkLst>
        <pc:spChg chg="mod">
          <ac:chgData name="Carlos Joaquin Mojica" userId="a0a31641-f818-47c3-9523-3d86ac5450af" providerId="ADAL" clId="{4BC8A04F-044A-4361-BEB8-7BF6E13939DE}" dt="2026-02-05T06:04:56.357" v="2667" actId="1076"/>
          <ac:spMkLst>
            <pc:docMk/>
            <pc:sldMk cId="1678682160" sldId="275"/>
            <ac:spMk id="4" creationId="{A779505F-0A55-D7FB-D8A0-33112F3089A9}"/>
          </ac:spMkLst>
        </pc:spChg>
        <pc:spChg chg="mod">
          <ac:chgData name="Carlos Joaquin Mojica" userId="a0a31641-f818-47c3-9523-3d86ac5450af" providerId="ADAL" clId="{4BC8A04F-044A-4361-BEB8-7BF6E13939DE}" dt="2026-02-05T06:04:51.028" v="2666" actId="20577"/>
          <ac:spMkLst>
            <pc:docMk/>
            <pc:sldMk cId="1678682160" sldId="275"/>
            <ac:spMk id="28" creationId="{265B37E1-3FB9-96B6-D67B-50D0ED0C64A4}"/>
          </ac:spMkLst>
        </pc:spChg>
        <pc:spChg chg="mod">
          <ac:chgData name="Carlos Joaquin Mojica" userId="a0a31641-f818-47c3-9523-3d86ac5450af" providerId="ADAL" clId="{4BC8A04F-044A-4361-BEB8-7BF6E13939DE}" dt="2026-02-05T06:04:56.357" v="2667" actId="1076"/>
          <ac:spMkLst>
            <pc:docMk/>
            <pc:sldMk cId="1678682160" sldId="275"/>
            <ac:spMk id="29" creationId="{E7CA87B1-23B5-5128-5CD6-20AE34FB368D}"/>
          </ac:spMkLst>
        </pc:spChg>
        <pc:spChg chg="mod">
          <ac:chgData name="Carlos Joaquin Mojica" userId="a0a31641-f818-47c3-9523-3d86ac5450af" providerId="ADAL" clId="{4BC8A04F-044A-4361-BEB8-7BF6E13939DE}" dt="2026-02-05T06:05:38.244" v="2689" actId="20577"/>
          <ac:spMkLst>
            <pc:docMk/>
            <pc:sldMk cId="1678682160" sldId="275"/>
            <ac:spMk id="31" creationId="{C1763338-CA1F-8413-40BD-AA95E9B9EB64}"/>
          </ac:spMkLst>
        </pc:spChg>
      </pc:sldChg>
      <pc:sldChg chg="modSp add mod">
        <pc:chgData name="Carlos Joaquin Mojica" userId="a0a31641-f818-47c3-9523-3d86ac5450af" providerId="ADAL" clId="{4BC8A04F-044A-4361-BEB8-7BF6E13939DE}" dt="2026-02-05T06:06:41.883" v="2821" actId="20577"/>
        <pc:sldMkLst>
          <pc:docMk/>
          <pc:sldMk cId="1178312988" sldId="276"/>
        </pc:sldMkLst>
        <pc:spChg chg="mod">
          <ac:chgData name="Carlos Joaquin Mojica" userId="a0a31641-f818-47c3-9523-3d86ac5450af" providerId="ADAL" clId="{4BC8A04F-044A-4361-BEB8-7BF6E13939DE}" dt="2026-02-05T06:06:41.883" v="2821" actId="20577"/>
          <ac:spMkLst>
            <pc:docMk/>
            <pc:sldMk cId="1178312988" sldId="276"/>
            <ac:spMk id="4" creationId="{B1A9E18B-E2EF-46C9-8930-A97BCC41C7DE}"/>
          </ac:spMkLst>
        </pc:spChg>
        <pc:spChg chg="mod">
          <ac:chgData name="Carlos Joaquin Mojica" userId="a0a31641-f818-47c3-9523-3d86ac5450af" providerId="ADAL" clId="{4BC8A04F-044A-4361-BEB8-7BF6E13939DE}" dt="2026-02-05T06:05:50.957" v="2704" actId="20577"/>
          <ac:spMkLst>
            <pc:docMk/>
            <pc:sldMk cId="1178312988" sldId="276"/>
            <ac:spMk id="31" creationId="{4FC61C2F-B47A-1552-4894-FC361AF4B1D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68361" cy="50084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0117" y="0"/>
            <a:ext cx="2968361" cy="50084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4E14A3-9632-4A46-9252-BF5CC1E7523E}" type="datetimeFigureOut">
              <a:rPr lang="en-PH" smtClean="0"/>
              <a:t>03/03/2026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1247775"/>
            <a:ext cx="4865687" cy="3368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007" y="4803934"/>
            <a:ext cx="5480050" cy="393049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81358"/>
            <a:ext cx="2968361" cy="50084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0117" y="9481358"/>
            <a:ext cx="2968361" cy="50084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30BCF3-0A86-4E57-B194-E8E40623EFF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29719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0BCF3-0A86-4E57-B194-E8E40623EFFD}" type="slidenum">
              <a:rPr lang="en-PH" smtClean="0"/>
              <a:t>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14533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4E6B2-0572-45DB-AF2D-53749483742B}" type="datetimeFigureOut">
              <a:rPr lang="en-PH" smtClean="0"/>
              <a:t>03/03/2026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6F4B6-54A2-40AF-B08F-0EC13552E25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44870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4E6B2-0572-45DB-AF2D-53749483742B}" type="datetimeFigureOut">
              <a:rPr lang="en-PH" smtClean="0"/>
              <a:t>03/03/2026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6F4B6-54A2-40AF-B08F-0EC13552E25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05609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4E6B2-0572-45DB-AF2D-53749483742B}" type="datetimeFigureOut">
              <a:rPr lang="en-PH" smtClean="0"/>
              <a:t>03/03/2026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6F4B6-54A2-40AF-B08F-0EC13552E25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57679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4E6B2-0572-45DB-AF2D-53749483742B}" type="datetimeFigureOut">
              <a:rPr lang="en-PH" smtClean="0"/>
              <a:t>03/03/2026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6F4B6-54A2-40AF-B08F-0EC13552E25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80464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4E6B2-0572-45DB-AF2D-53749483742B}" type="datetimeFigureOut">
              <a:rPr lang="en-PH" smtClean="0"/>
              <a:t>03/03/2026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6F4B6-54A2-40AF-B08F-0EC13552E25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23264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4E6B2-0572-45DB-AF2D-53749483742B}" type="datetimeFigureOut">
              <a:rPr lang="en-PH" smtClean="0"/>
              <a:t>03/03/2026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6F4B6-54A2-40AF-B08F-0EC13552E25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2920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4E6B2-0572-45DB-AF2D-53749483742B}" type="datetimeFigureOut">
              <a:rPr lang="en-PH" smtClean="0"/>
              <a:t>03/03/2026</a:t>
            </a:fld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6F4B6-54A2-40AF-B08F-0EC13552E25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23315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4E6B2-0572-45DB-AF2D-53749483742B}" type="datetimeFigureOut">
              <a:rPr lang="en-PH" smtClean="0"/>
              <a:t>03/03/2026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6F4B6-54A2-40AF-B08F-0EC13552E25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06663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4E6B2-0572-45DB-AF2D-53749483742B}" type="datetimeFigureOut">
              <a:rPr lang="en-PH" smtClean="0"/>
              <a:t>03/03/2026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6F4B6-54A2-40AF-B08F-0EC13552E25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04699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4E6B2-0572-45DB-AF2D-53749483742B}" type="datetimeFigureOut">
              <a:rPr lang="en-PH" smtClean="0"/>
              <a:t>03/03/2026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6F4B6-54A2-40AF-B08F-0EC13552E25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91616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4E6B2-0572-45DB-AF2D-53749483742B}" type="datetimeFigureOut">
              <a:rPr lang="en-PH" smtClean="0"/>
              <a:t>03/03/2026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6F4B6-54A2-40AF-B08F-0EC13552E25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58420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84E6B2-0572-45DB-AF2D-53749483742B}" type="datetimeFigureOut">
              <a:rPr lang="en-PH" smtClean="0"/>
              <a:t>03/03/2026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C6F4B6-54A2-40AF-B08F-0EC13552E25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35734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Rectangle 205">
            <a:extLst>
              <a:ext uri="{FF2B5EF4-FFF2-40B4-BE49-F238E27FC236}">
                <a16:creationId xmlns:a16="http://schemas.microsoft.com/office/drawing/2014/main" id="{595CBE8D-3D85-49EA-9AB2-CEAF1FFBCDD3}"/>
              </a:ext>
            </a:extLst>
          </p:cNvPr>
          <p:cNvSpPr/>
          <p:nvPr/>
        </p:nvSpPr>
        <p:spPr>
          <a:xfrm>
            <a:off x="1" y="0"/>
            <a:ext cx="9905999" cy="368619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PH" sz="2400" dirty="0">
                <a:solidFill>
                  <a:schemeClr val="tx1"/>
                </a:solidFill>
              </a:rPr>
              <a:t>DATA LOGGER PROJECT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CF127D-1734-D0F4-0D92-1981E5103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4089" y="514262"/>
            <a:ext cx="5399519" cy="45951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736A156-EA4F-22F2-D01B-23FB8E1AD73A}"/>
              </a:ext>
            </a:extLst>
          </p:cNvPr>
          <p:cNvSpPr txBox="1"/>
          <p:nvPr/>
        </p:nvSpPr>
        <p:spPr>
          <a:xfrm>
            <a:off x="82319" y="514262"/>
            <a:ext cx="1110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Log-in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8E9E0F-C5FB-A737-44B4-68AFE8E8A025}"/>
              </a:ext>
            </a:extLst>
          </p:cNvPr>
          <p:cNvSpPr txBox="1"/>
          <p:nvPr/>
        </p:nvSpPr>
        <p:spPr>
          <a:xfrm>
            <a:off x="82317" y="1039887"/>
            <a:ext cx="368724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Username:</a:t>
            </a:r>
          </a:p>
          <a:p>
            <a:r>
              <a:rPr lang="en-US" dirty="0"/>
              <a:t>Currently the username that we use differs per line (example for Line 1 is sfisline1, for Line 2 is sfisline2</a:t>
            </a:r>
          </a:p>
          <a:p>
            <a:endParaRPr lang="en-US" dirty="0"/>
          </a:p>
          <a:p>
            <a:r>
              <a:rPr lang="en-US" dirty="0"/>
              <a:t>Module: Each module represents the different SFIS (example Compressor Registration System is SFIS 1)</a:t>
            </a:r>
          </a:p>
          <a:p>
            <a:endParaRPr lang="en-US" dirty="0"/>
          </a:p>
          <a:p>
            <a:r>
              <a:rPr lang="en-US" dirty="0"/>
              <a:t>Scoreboards shows the current number plan, running sched, and other quantity.</a:t>
            </a:r>
          </a:p>
          <a:p>
            <a:endParaRPr lang="en-US" dirty="0"/>
          </a:p>
          <a:p>
            <a:r>
              <a:rPr lang="en-US" dirty="0"/>
              <a:t>Administrator is where we can schedule the plan, and input the parts.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0F0829-AA7B-BA5E-664F-9DAE4FA474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6817" y="4744066"/>
            <a:ext cx="2799183" cy="174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613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22E55-47FF-D48A-C151-9D092D6A8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Rectangle 205">
            <a:extLst>
              <a:ext uri="{FF2B5EF4-FFF2-40B4-BE49-F238E27FC236}">
                <a16:creationId xmlns:a16="http://schemas.microsoft.com/office/drawing/2014/main" id="{BE415756-B758-458A-1CF8-B070FDF8613B}"/>
              </a:ext>
            </a:extLst>
          </p:cNvPr>
          <p:cNvSpPr/>
          <p:nvPr/>
        </p:nvSpPr>
        <p:spPr>
          <a:xfrm>
            <a:off x="1" y="0"/>
            <a:ext cx="9905999" cy="368619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PH" sz="2400" dirty="0">
                <a:solidFill>
                  <a:schemeClr val="tx1"/>
                </a:solidFill>
              </a:rPr>
              <a:t>DATA LOGGER PROJECT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B775D85C-B602-0A04-E159-46A485243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0949" y="1500513"/>
            <a:ext cx="3554722" cy="227181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55C554F-643E-476F-FF98-9D0CFC2257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95" y="1765942"/>
            <a:ext cx="3344505" cy="1616387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8BC8474-A7AA-1166-5824-6C7FC2EC890E}"/>
              </a:ext>
            </a:extLst>
          </p:cNvPr>
          <p:cNvCxnSpPr>
            <a:cxnSpLocks/>
          </p:cNvCxnSpPr>
          <p:nvPr/>
        </p:nvCxnSpPr>
        <p:spPr>
          <a:xfrm flipH="1" flipV="1">
            <a:off x="3283041" y="2412793"/>
            <a:ext cx="824060" cy="336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D8ED1A0-105B-6E53-E897-D35872EBDBE7}"/>
              </a:ext>
            </a:extLst>
          </p:cNvPr>
          <p:cNvSpPr txBox="1"/>
          <p:nvPr/>
        </p:nvSpPr>
        <p:spPr>
          <a:xfrm>
            <a:off x="232782" y="1151717"/>
            <a:ext cx="3050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A. Scanning (Model and Serial)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5FF37C6-438C-DEC5-D5F7-F80D71632529}"/>
              </a:ext>
            </a:extLst>
          </p:cNvPr>
          <p:cNvSpPr txBox="1"/>
          <p:nvPr/>
        </p:nvSpPr>
        <p:spPr>
          <a:xfrm>
            <a:off x="6975454" y="382420"/>
            <a:ext cx="2930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B. Plan for the Day (Quantity)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5E32CF-D6D9-38B4-DED2-0B1BB07A0141}"/>
              </a:ext>
            </a:extLst>
          </p:cNvPr>
          <p:cNvSpPr txBox="1"/>
          <p:nvPr/>
        </p:nvSpPr>
        <p:spPr>
          <a:xfrm>
            <a:off x="1204965" y="3860630"/>
            <a:ext cx="214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C. Details of Scanned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A9F6295-B3A4-7BB9-113E-4A24E68787D0}"/>
              </a:ext>
            </a:extLst>
          </p:cNvPr>
          <p:cNvSpPr txBox="1"/>
          <p:nvPr/>
        </p:nvSpPr>
        <p:spPr>
          <a:xfrm>
            <a:off x="232781" y="537492"/>
            <a:ext cx="1498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COMPRESSOR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20B8C302-1521-DAEE-7A08-2CE3AA5F37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356" y="4253820"/>
            <a:ext cx="5943600" cy="1716949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A04A906F-4695-59ED-09D2-7D851C123F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3038" y="4253820"/>
            <a:ext cx="3044242" cy="1643493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19545FC7-6F76-08A3-9CC4-F00C157E27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0280" y="1278951"/>
            <a:ext cx="2371756" cy="196617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F27BB919-4902-2814-F899-C1AFDEAD17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36654" y="5655557"/>
            <a:ext cx="5638800" cy="1084819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6385503-7761-B99A-DF3C-6F5DA38146B0}"/>
              </a:ext>
            </a:extLst>
          </p:cNvPr>
          <p:cNvCxnSpPr>
            <a:cxnSpLocks/>
          </p:cNvCxnSpPr>
          <p:nvPr/>
        </p:nvCxnSpPr>
        <p:spPr>
          <a:xfrm flipH="1">
            <a:off x="4810225" y="3271520"/>
            <a:ext cx="523775" cy="125264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5914835-017A-1C02-F7B5-4303DDC84EE2}"/>
              </a:ext>
            </a:extLst>
          </p:cNvPr>
          <p:cNvCxnSpPr>
            <a:cxnSpLocks/>
          </p:cNvCxnSpPr>
          <p:nvPr/>
        </p:nvCxnSpPr>
        <p:spPr>
          <a:xfrm>
            <a:off x="6329680" y="2113280"/>
            <a:ext cx="1981200" cy="2975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B5A2ED5B-1038-CE29-0A14-2E930B00A6CE}"/>
              </a:ext>
            </a:extLst>
          </p:cNvPr>
          <p:cNvCxnSpPr>
            <a:cxnSpLocks/>
            <a:endCxn id="37" idx="0"/>
          </p:cNvCxnSpPr>
          <p:nvPr/>
        </p:nvCxnSpPr>
        <p:spPr>
          <a:xfrm flipH="1">
            <a:off x="4156054" y="4477797"/>
            <a:ext cx="3055313" cy="11777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6B7BD09-3085-CE54-036D-42D9DB0B075D}"/>
              </a:ext>
            </a:extLst>
          </p:cNvPr>
          <p:cNvSpPr txBox="1"/>
          <p:nvPr/>
        </p:nvSpPr>
        <p:spPr>
          <a:xfrm>
            <a:off x="6975454" y="5970769"/>
            <a:ext cx="26371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Scan first every change model, the other parts</a:t>
            </a:r>
          </a:p>
        </p:txBody>
      </p:sp>
    </p:spTree>
    <p:extLst>
      <p:ext uri="{BB962C8B-B14F-4D97-AF65-F5344CB8AC3E}">
        <p14:creationId xmlns:p14="http://schemas.microsoft.com/office/powerpoint/2010/main" val="2077230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DDB5B-EC26-7209-DAC8-36427E798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Rectangle 205">
            <a:extLst>
              <a:ext uri="{FF2B5EF4-FFF2-40B4-BE49-F238E27FC236}">
                <a16:creationId xmlns:a16="http://schemas.microsoft.com/office/drawing/2014/main" id="{40579A43-3F14-10E7-56E4-C54F514A5E33}"/>
              </a:ext>
            </a:extLst>
          </p:cNvPr>
          <p:cNvSpPr/>
          <p:nvPr/>
        </p:nvSpPr>
        <p:spPr>
          <a:xfrm>
            <a:off x="1" y="0"/>
            <a:ext cx="9905999" cy="368619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PH" sz="2400" dirty="0">
                <a:solidFill>
                  <a:schemeClr val="tx1"/>
                </a:solidFill>
              </a:rPr>
              <a:t>DATA LOGGER PROJECT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D188A7F-B52D-EE55-D2A9-FCA03F36A493}"/>
              </a:ext>
            </a:extLst>
          </p:cNvPr>
          <p:cNvSpPr txBox="1"/>
          <p:nvPr/>
        </p:nvSpPr>
        <p:spPr>
          <a:xfrm>
            <a:off x="232782" y="1151717"/>
            <a:ext cx="93497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UcPeriod"/>
            </a:pPr>
            <a:r>
              <a:rPr lang="en-US" dirty="0"/>
              <a:t>Scanning (Model and Serial)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This is where information of the model and serial that was scanned goes.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Information of compressor and Fan motor will be saved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This part will help judge if the fan motor and compressor that will be used in the unit is right (good or not)</a:t>
            </a:r>
          </a:p>
          <a:p>
            <a:pPr lvl="1"/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4E91AE6-5E88-5101-10DF-8D999EB8E077}"/>
              </a:ext>
            </a:extLst>
          </p:cNvPr>
          <p:cNvSpPr txBox="1"/>
          <p:nvPr/>
        </p:nvSpPr>
        <p:spPr>
          <a:xfrm>
            <a:off x="232781" y="2721377"/>
            <a:ext cx="90791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B. Plan for the Day (Quantity)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This part shows the current situation in terms of quantity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This quantity represents the variance vs. plans in the specific module or part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0A72524-7F6C-E81D-9D61-CC2F43F43264}"/>
              </a:ext>
            </a:extLst>
          </p:cNvPr>
          <p:cNvSpPr txBox="1"/>
          <p:nvPr/>
        </p:nvSpPr>
        <p:spPr>
          <a:xfrm>
            <a:off x="232781" y="537492"/>
            <a:ext cx="1498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COMPRESSOR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2CDA6B-C415-F804-4AE2-9701248AE547}"/>
              </a:ext>
            </a:extLst>
          </p:cNvPr>
          <p:cNvSpPr txBox="1"/>
          <p:nvPr/>
        </p:nvSpPr>
        <p:spPr>
          <a:xfrm>
            <a:off x="232781" y="3767292"/>
            <a:ext cx="95923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C. Details of Scanned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This is all where all the data of the scanned information will be shown.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There is a tab for details. This shows the other materials that were used in the unit.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The  scanning of these parts happens before every start of model change (should be right) </a:t>
            </a:r>
          </a:p>
        </p:txBody>
      </p:sp>
    </p:spTree>
    <p:extLst>
      <p:ext uri="{BB962C8B-B14F-4D97-AF65-F5344CB8AC3E}">
        <p14:creationId xmlns:p14="http://schemas.microsoft.com/office/powerpoint/2010/main" val="2630845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E11E7-08E6-BC78-2D0E-310AFC72B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Rectangle 205">
            <a:extLst>
              <a:ext uri="{FF2B5EF4-FFF2-40B4-BE49-F238E27FC236}">
                <a16:creationId xmlns:a16="http://schemas.microsoft.com/office/drawing/2014/main" id="{3832D998-2759-F0C4-DD84-D52F805FF015}"/>
              </a:ext>
            </a:extLst>
          </p:cNvPr>
          <p:cNvSpPr/>
          <p:nvPr/>
        </p:nvSpPr>
        <p:spPr>
          <a:xfrm>
            <a:off x="1" y="0"/>
            <a:ext cx="9905999" cy="368619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PH" sz="2400" dirty="0">
                <a:solidFill>
                  <a:schemeClr val="tx1"/>
                </a:solidFill>
              </a:rPr>
              <a:t>DATA LOGGER PROJECT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78BDB2-B868-8FA9-7D72-EE7CF850D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1575" y="1367741"/>
            <a:ext cx="1946681" cy="19037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5A7A0C-A3F3-4B0E-9684-9CCBA5E358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68" y="1822992"/>
            <a:ext cx="3301685" cy="1209216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D50E468-37A8-9CC0-3E66-7D5A74FAF6D5}"/>
              </a:ext>
            </a:extLst>
          </p:cNvPr>
          <p:cNvCxnSpPr>
            <a:cxnSpLocks/>
          </p:cNvCxnSpPr>
          <p:nvPr/>
        </p:nvCxnSpPr>
        <p:spPr>
          <a:xfrm>
            <a:off x="6329680" y="2113280"/>
            <a:ext cx="1981200" cy="2975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381104F-AC01-45FB-ED57-010E1BCCE23D}"/>
              </a:ext>
            </a:extLst>
          </p:cNvPr>
          <p:cNvCxnSpPr>
            <a:cxnSpLocks/>
          </p:cNvCxnSpPr>
          <p:nvPr/>
        </p:nvCxnSpPr>
        <p:spPr>
          <a:xfrm flipH="1" flipV="1">
            <a:off x="3283041" y="2410800"/>
            <a:ext cx="824060" cy="336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C93E587-95F9-E65E-07AC-339EEBDD1490}"/>
              </a:ext>
            </a:extLst>
          </p:cNvPr>
          <p:cNvSpPr txBox="1"/>
          <p:nvPr/>
        </p:nvSpPr>
        <p:spPr>
          <a:xfrm>
            <a:off x="232782" y="1151717"/>
            <a:ext cx="3050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A. Scanning (Model and Serial)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9826A9E-1B8E-7AE4-5168-4F51FAF77E1C}"/>
              </a:ext>
            </a:extLst>
          </p:cNvPr>
          <p:cNvSpPr txBox="1"/>
          <p:nvPr/>
        </p:nvSpPr>
        <p:spPr>
          <a:xfrm>
            <a:off x="6975454" y="382420"/>
            <a:ext cx="2930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B. Plan for the Day (Quantity)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F215990-8092-8BB5-C295-B1649DAB5838}"/>
              </a:ext>
            </a:extLst>
          </p:cNvPr>
          <p:cNvSpPr txBox="1"/>
          <p:nvPr/>
        </p:nvSpPr>
        <p:spPr>
          <a:xfrm>
            <a:off x="1260909" y="4034838"/>
            <a:ext cx="214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C. Details of Scanned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A3C967-53F8-F97B-471D-EFD5F425A4FB}"/>
              </a:ext>
            </a:extLst>
          </p:cNvPr>
          <p:cNvSpPr txBox="1"/>
          <p:nvPr/>
        </p:nvSpPr>
        <p:spPr>
          <a:xfrm>
            <a:off x="232781" y="537492"/>
            <a:ext cx="16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GAS CHARGING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6EE730-A1AF-F27E-5B53-0B4B89468A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1342" y="1239548"/>
            <a:ext cx="3179717" cy="21205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E9C25BE-9656-03F1-41D9-89A6C694EA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8626" y="4571801"/>
            <a:ext cx="5767713" cy="1903779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AB3F810-7962-A28F-4E17-75040CD2C897}"/>
              </a:ext>
            </a:extLst>
          </p:cNvPr>
          <p:cNvCxnSpPr>
            <a:cxnSpLocks/>
          </p:cNvCxnSpPr>
          <p:nvPr/>
        </p:nvCxnSpPr>
        <p:spPr>
          <a:xfrm flipH="1">
            <a:off x="4833257" y="3233933"/>
            <a:ext cx="533001" cy="14966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987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24C39-D0EF-65E2-C765-F83109015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Rectangle 205">
            <a:extLst>
              <a:ext uri="{FF2B5EF4-FFF2-40B4-BE49-F238E27FC236}">
                <a16:creationId xmlns:a16="http://schemas.microsoft.com/office/drawing/2014/main" id="{A90CABA2-0BA7-9948-5F65-0959EBF91F16}"/>
              </a:ext>
            </a:extLst>
          </p:cNvPr>
          <p:cNvSpPr/>
          <p:nvPr/>
        </p:nvSpPr>
        <p:spPr>
          <a:xfrm>
            <a:off x="1" y="0"/>
            <a:ext cx="9905999" cy="368619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PH" sz="2400" dirty="0">
                <a:solidFill>
                  <a:schemeClr val="tx1"/>
                </a:solidFill>
              </a:rPr>
              <a:t>DATA LOGGER PROJECT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10CDE0-EA39-B582-6043-5B450B0C989B}"/>
              </a:ext>
            </a:extLst>
          </p:cNvPr>
          <p:cNvSpPr txBox="1"/>
          <p:nvPr/>
        </p:nvSpPr>
        <p:spPr>
          <a:xfrm>
            <a:off x="232782" y="1151717"/>
            <a:ext cx="93497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UcPeriod"/>
            </a:pPr>
            <a:r>
              <a:rPr lang="en-US" dirty="0"/>
              <a:t>Scanning (Model and Serial)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This is where information of the model and serial that was scanned goes.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5318E4-7ED2-8205-EF90-B7119BA14DDF}"/>
              </a:ext>
            </a:extLst>
          </p:cNvPr>
          <p:cNvSpPr txBox="1"/>
          <p:nvPr/>
        </p:nvSpPr>
        <p:spPr>
          <a:xfrm>
            <a:off x="232781" y="2305757"/>
            <a:ext cx="90791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B. Plan for the Day (Quantity)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This part shows the current situation in terms of quantity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This quantity represents the variance vs. plans in the specific module or part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CC6FAD5-FAD8-4373-F4E7-D89FA1B46068}"/>
              </a:ext>
            </a:extLst>
          </p:cNvPr>
          <p:cNvSpPr txBox="1"/>
          <p:nvPr/>
        </p:nvSpPr>
        <p:spPr>
          <a:xfrm>
            <a:off x="232781" y="537492"/>
            <a:ext cx="16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GAS CHARGING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91D7C0-C605-1604-616E-FC3AA894E135}"/>
              </a:ext>
            </a:extLst>
          </p:cNvPr>
          <p:cNvSpPr txBox="1"/>
          <p:nvPr/>
        </p:nvSpPr>
        <p:spPr>
          <a:xfrm>
            <a:off x="232781" y="3767292"/>
            <a:ext cx="95923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C. Details of Scanned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Data for scanned of gas charge (weight of the gas charged in the unit)</a:t>
            </a:r>
          </a:p>
        </p:txBody>
      </p:sp>
    </p:spTree>
    <p:extLst>
      <p:ext uri="{BB962C8B-B14F-4D97-AF65-F5344CB8AC3E}">
        <p14:creationId xmlns:p14="http://schemas.microsoft.com/office/powerpoint/2010/main" val="2052562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7DD61-4618-6BF0-30CE-C447C7B83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6A4D1EC7-A2E4-A8C5-3E20-61E39FFB1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781" y="4448115"/>
            <a:ext cx="6102867" cy="2015879"/>
          </a:xfrm>
          <a:prstGeom prst="rect">
            <a:avLst/>
          </a:prstGeom>
        </p:spPr>
      </p:pic>
      <p:sp>
        <p:nvSpPr>
          <p:cNvPr id="206" name="Rectangle 205">
            <a:extLst>
              <a:ext uri="{FF2B5EF4-FFF2-40B4-BE49-F238E27FC236}">
                <a16:creationId xmlns:a16="http://schemas.microsoft.com/office/drawing/2014/main" id="{8272DB9D-E09D-904E-74B5-8F8C800C5B98}"/>
              </a:ext>
            </a:extLst>
          </p:cNvPr>
          <p:cNvSpPr/>
          <p:nvPr/>
        </p:nvSpPr>
        <p:spPr>
          <a:xfrm>
            <a:off x="1" y="0"/>
            <a:ext cx="9905999" cy="368619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PH" sz="2400" dirty="0">
                <a:solidFill>
                  <a:schemeClr val="tx1"/>
                </a:solidFill>
              </a:rPr>
              <a:t>DATA LOGGER PROJECT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A28AA87-B7F6-86E7-2643-EA6ED528254C}"/>
              </a:ext>
            </a:extLst>
          </p:cNvPr>
          <p:cNvCxnSpPr>
            <a:cxnSpLocks/>
          </p:cNvCxnSpPr>
          <p:nvPr/>
        </p:nvCxnSpPr>
        <p:spPr>
          <a:xfrm flipH="1">
            <a:off x="4810225" y="3271520"/>
            <a:ext cx="523775" cy="125264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0EDBA263-21DC-7151-F0FC-3724AF489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573" y="1712885"/>
            <a:ext cx="3306974" cy="1882775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2C6EFF1-FF41-DC75-DA12-A91ED37E5821}"/>
              </a:ext>
            </a:extLst>
          </p:cNvPr>
          <p:cNvCxnSpPr>
            <a:cxnSpLocks/>
          </p:cNvCxnSpPr>
          <p:nvPr/>
        </p:nvCxnSpPr>
        <p:spPr>
          <a:xfrm flipH="1" flipV="1">
            <a:off x="3283041" y="2410800"/>
            <a:ext cx="824060" cy="336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D62CC96-87F0-F942-C637-07C79694A94F}"/>
              </a:ext>
            </a:extLst>
          </p:cNvPr>
          <p:cNvSpPr txBox="1"/>
          <p:nvPr/>
        </p:nvSpPr>
        <p:spPr>
          <a:xfrm>
            <a:off x="232782" y="1151717"/>
            <a:ext cx="3050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A. Scanning (Model and Serial)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D97F69-344E-F57E-54B4-F33CB8228827}"/>
              </a:ext>
            </a:extLst>
          </p:cNvPr>
          <p:cNvSpPr txBox="1"/>
          <p:nvPr/>
        </p:nvSpPr>
        <p:spPr>
          <a:xfrm>
            <a:off x="6975454" y="382420"/>
            <a:ext cx="2930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B. Plan for the Day (Quantity)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A84F894-07E9-1083-2DD9-A1DC6E2C8AE1}"/>
              </a:ext>
            </a:extLst>
          </p:cNvPr>
          <p:cNvSpPr txBox="1"/>
          <p:nvPr/>
        </p:nvSpPr>
        <p:spPr>
          <a:xfrm>
            <a:off x="1260909" y="4034838"/>
            <a:ext cx="214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C. Details of Scanned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947BD3-43F6-008D-8DC3-0DF8EF6B4266}"/>
              </a:ext>
            </a:extLst>
          </p:cNvPr>
          <p:cNvSpPr txBox="1"/>
          <p:nvPr/>
        </p:nvSpPr>
        <p:spPr>
          <a:xfrm>
            <a:off x="232781" y="560455"/>
            <a:ext cx="1247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INNER LINE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29B3327-8953-55A8-7A7A-C9E70360B2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0021" y="963608"/>
            <a:ext cx="2212237" cy="32558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0B6EDF-84A2-41DB-980B-FD65D22305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2798" y="1558345"/>
            <a:ext cx="2995806" cy="1772109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D3AFEFA-E6F2-02D5-09B9-5AB62F2504C5}"/>
              </a:ext>
            </a:extLst>
          </p:cNvPr>
          <p:cNvCxnSpPr>
            <a:cxnSpLocks/>
          </p:cNvCxnSpPr>
          <p:nvPr/>
        </p:nvCxnSpPr>
        <p:spPr>
          <a:xfrm>
            <a:off x="6329680" y="2113280"/>
            <a:ext cx="1981200" cy="2975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AA2D9E21-772E-FC3F-9B2C-D1750776D8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3488" y="4657570"/>
            <a:ext cx="3206531" cy="169114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282A39C-9478-2BBD-BC00-1145091C6EEC}"/>
              </a:ext>
            </a:extLst>
          </p:cNvPr>
          <p:cNvSpPr txBox="1"/>
          <p:nvPr/>
        </p:nvSpPr>
        <p:spPr>
          <a:xfrm>
            <a:off x="6506200" y="5609513"/>
            <a:ext cx="34011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Scan first every change model, the other parts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8CBAC5EE-60B5-ABF0-F2E9-C30852AEB128}"/>
              </a:ext>
            </a:extLst>
          </p:cNvPr>
          <p:cNvCxnSpPr>
            <a:cxnSpLocks/>
          </p:cNvCxnSpPr>
          <p:nvPr/>
        </p:nvCxnSpPr>
        <p:spPr>
          <a:xfrm>
            <a:off x="5711568" y="5043629"/>
            <a:ext cx="1512192" cy="10749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7708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54630-D556-8F85-FCA8-44F4530A9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Rectangle 205">
            <a:extLst>
              <a:ext uri="{FF2B5EF4-FFF2-40B4-BE49-F238E27FC236}">
                <a16:creationId xmlns:a16="http://schemas.microsoft.com/office/drawing/2014/main" id="{29FD442A-65AD-E70C-6787-0B7EB2540BA9}"/>
              </a:ext>
            </a:extLst>
          </p:cNvPr>
          <p:cNvSpPr/>
          <p:nvPr/>
        </p:nvSpPr>
        <p:spPr>
          <a:xfrm>
            <a:off x="1" y="0"/>
            <a:ext cx="9905999" cy="368619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PH" sz="2400" dirty="0">
                <a:solidFill>
                  <a:schemeClr val="tx1"/>
                </a:solidFill>
              </a:rPr>
              <a:t>DATA LOGGER PROJECT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5B37E1-3FB9-96B6-D67B-50D0ED0C64A4}"/>
              </a:ext>
            </a:extLst>
          </p:cNvPr>
          <p:cNvSpPr txBox="1"/>
          <p:nvPr/>
        </p:nvSpPr>
        <p:spPr>
          <a:xfrm>
            <a:off x="232782" y="1151717"/>
            <a:ext cx="93497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UcPeriod"/>
            </a:pPr>
            <a:r>
              <a:rPr lang="en-US" dirty="0"/>
              <a:t>Scanning (Model and Serial)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This is where information of the model and serial that was scanned goes.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Information of what should be used in the part shows</a:t>
            </a:r>
          </a:p>
          <a:p>
            <a:pPr lvl="1"/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CA87B1-23B5-5128-5CD6-20AE34FB368D}"/>
              </a:ext>
            </a:extLst>
          </p:cNvPr>
          <p:cNvSpPr txBox="1"/>
          <p:nvPr/>
        </p:nvSpPr>
        <p:spPr>
          <a:xfrm>
            <a:off x="232781" y="2264177"/>
            <a:ext cx="90791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B. Plan for the Day (Quantity)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This part shows the current situation in terms of quantity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This quantity represents the variance vs. plans in the specific module or part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1763338-CA1F-8413-40BD-AA95E9B9EB64}"/>
              </a:ext>
            </a:extLst>
          </p:cNvPr>
          <p:cNvSpPr txBox="1"/>
          <p:nvPr/>
        </p:nvSpPr>
        <p:spPr>
          <a:xfrm>
            <a:off x="232781" y="537492"/>
            <a:ext cx="1247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INNER 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79505F-0A55-D7FB-D8A0-33112F3089A9}"/>
              </a:ext>
            </a:extLst>
          </p:cNvPr>
          <p:cNvSpPr txBox="1"/>
          <p:nvPr/>
        </p:nvSpPr>
        <p:spPr>
          <a:xfrm>
            <a:off x="232781" y="3310092"/>
            <a:ext cx="95923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C. Details of Scanned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This is all where all the data of the scanned information will be shown.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There is a tab for details. This shows the other materials that were used in the unit.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The  scanning of these parts happens before every start of model change (should be right) </a:t>
            </a:r>
          </a:p>
        </p:txBody>
      </p:sp>
    </p:spTree>
    <p:extLst>
      <p:ext uri="{BB962C8B-B14F-4D97-AF65-F5344CB8AC3E}">
        <p14:creationId xmlns:p14="http://schemas.microsoft.com/office/powerpoint/2010/main" val="1678682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D34C4-DD19-B06F-1B25-1C0FA6C15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Rectangle 205">
            <a:extLst>
              <a:ext uri="{FF2B5EF4-FFF2-40B4-BE49-F238E27FC236}">
                <a16:creationId xmlns:a16="http://schemas.microsoft.com/office/drawing/2014/main" id="{75F691FA-3305-2C88-9A58-8399D60C6C05}"/>
              </a:ext>
            </a:extLst>
          </p:cNvPr>
          <p:cNvSpPr/>
          <p:nvPr/>
        </p:nvSpPr>
        <p:spPr>
          <a:xfrm>
            <a:off x="1" y="0"/>
            <a:ext cx="9905999" cy="368619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PH" sz="2400" dirty="0">
                <a:solidFill>
                  <a:schemeClr val="tx1"/>
                </a:solidFill>
              </a:rPr>
              <a:t>DATA LOGGER PROJECT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FD5765B-2DBE-DEA3-013E-E5F535907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530" y="1369983"/>
            <a:ext cx="3206429" cy="21528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7248C26-2D97-2256-B705-3FA9285C5E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328" y="4524168"/>
            <a:ext cx="7915793" cy="1866472"/>
          </a:xfrm>
          <a:prstGeom prst="rect">
            <a:avLst/>
          </a:prstGeom>
          <a:ln w="38100" cap="sq">
            <a:solidFill>
              <a:srgbClr val="FF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6E116DE-6A38-E855-92B2-349B8B394D5F}"/>
              </a:ext>
            </a:extLst>
          </p:cNvPr>
          <p:cNvCxnSpPr>
            <a:cxnSpLocks/>
            <a:endCxn id="3" idx="0"/>
          </p:cNvCxnSpPr>
          <p:nvPr/>
        </p:nvCxnSpPr>
        <p:spPr>
          <a:xfrm flipH="1">
            <a:off x="4810225" y="3271520"/>
            <a:ext cx="523775" cy="125264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B8DBD196-AC8E-F2F4-D7AB-6C7B54AD9D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8043" y="757602"/>
            <a:ext cx="2319020" cy="3014726"/>
          </a:xfrm>
          <a:prstGeom prst="rect">
            <a:avLst/>
          </a:prstGeom>
          <a:ln w="38100" cap="sq">
            <a:solidFill>
              <a:srgbClr val="FF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79B82A1-CAC8-2A2E-A7B3-2D28AA823CA4}"/>
              </a:ext>
            </a:extLst>
          </p:cNvPr>
          <p:cNvCxnSpPr>
            <a:cxnSpLocks/>
          </p:cNvCxnSpPr>
          <p:nvPr/>
        </p:nvCxnSpPr>
        <p:spPr>
          <a:xfrm>
            <a:off x="6329680" y="2113280"/>
            <a:ext cx="1981200" cy="2975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ACFC0A75-107F-40E2-84F4-2F2406C9BF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13" y="1605453"/>
            <a:ext cx="3211128" cy="1610693"/>
          </a:xfrm>
          <a:prstGeom prst="rect">
            <a:avLst/>
          </a:prstGeom>
          <a:ln w="38100" cap="sq">
            <a:solidFill>
              <a:srgbClr val="FF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2291AA8-CC24-2D64-11D0-29A9A4168935}"/>
              </a:ext>
            </a:extLst>
          </p:cNvPr>
          <p:cNvCxnSpPr>
            <a:cxnSpLocks/>
            <a:endCxn id="19" idx="3"/>
          </p:cNvCxnSpPr>
          <p:nvPr/>
        </p:nvCxnSpPr>
        <p:spPr>
          <a:xfrm flipH="1" flipV="1">
            <a:off x="3283041" y="2410800"/>
            <a:ext cx="824060" cy="336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0B4B60B-E130-7606-C886-38E69507125C}"/>
              </a:ext>
            </a:extLst>
          </p:cNvPr>
          <p:cNvSpPr txBox="1"/>
          <p:nvPr/>
        </p:nvSpPr>
        <p:spPr>
          <a:xfrm>
            <a:off x="232782" y="1151717"/>
            <a:ext cx="3050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A. Scanning (Model and Serial)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45AA268-F9A2-B75B-5AE1-ABB6EAC285C7}"/>
              </a:ext>
            </a:extLst>
          </p:cNvPr>
          <p:cNvSpPr txBox="1"/>
          <p:nvPr/>
        </p:nvSpPr>
        <p:spPr>
          <a:xfrm>
            <a:off x="6975454" y="382420"/>
            <a:ext cx="2930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B. Plan for the Day (Quantity)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F291164-A360-8CB6-9011-766B03251298}"/>
              </a:ext>
            </a:extLst>
          </p:cNvPr>
          <p:cNvSpPr txBox="1"/>
          <p:nvPr/>
        </p:nvSpPr>
        <p:spPr>
          <a:xfrm>
            <a:off x="1260909" y="4034838"/>
            <a:ext cx="214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C. Details of Scanned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6E4E19A-E87C-9AA3-0855-575B1822FF53}"/>
              </a:ext>
            </a:extLst>
          </p:cNvPr>
          <p:cNvSpPr txBox="1"/>
          <p:nvPr/>
        </p:nvSpPr>
        <p:spPr>
          <a:xfrm>
            <a:off x="232781" y="537492"/>
            <a:ext cx="1811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FINISHED GOODS</a:t>
            </a:r>
          </a:p>
        </p:txBody>
      </p:sp>
    </p:spTree>
    <p:extLst>
      <p:ext uri="{BB962C8B-B14F-4D97-AF65-F5344CB8AC3E}">
        <p14:creationId xmlns:p14="http://schemas.microsoft.com/office/powerpoint/2010/main" val="2093839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F60A7-08D9-953B-23AB-B754D051E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Rectangle 205">
            <a:extLst>
              <a:ext uri="{FF2B5EF4-FFF2-40B4-BE49-F238E27FC236}">
                <a16:creationId xmlns:a16="http://schemas.microsoft.com/office/drawing/2014/main" id="{50379D6A-3439-F49C-AB43-75FFA6AD6286}"/>
              </a:ext>
            </a:extLst>
          </p:cNvPr>
          <p:cNvSpPr/>
          <p:nvPr/>
        </p:nvSpPr>
        <p:spPr>
          <a:xfrm>
            <a:off x="1" y="0"/>
            <a:ext cx="9905999" cy="368619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PH" sz="2400" dirty="0">
                <a:solidFill>
                  <a:schemeClr val="tx1"/>
                </a:solidFill>
              </a:rPr>
              <a:t>DATA LOGGER PROJECT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57AFE46-6DEA-A32B-A45A-7FFD791334AD}"/>
              </a:ext>
            </a:extLst>
          </p:cNvPr>
          <p:cNvSpPr txBox="1"/>
          <p:nvPr/>
        </p:nvSpPr>
        <p:spPr>
          <a:xfrm>
            <a:off x="232782" y="1151717"/>
            <a:ext cx="93497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UcPeriod"/>
            </a:pPr>
            <a:r>
              <a:rPr lang="en-US" dirty="0"/>
              <a:t>Scanning (Model and Serial)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This is where information of the model and serial that was scanned goes.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70760D5-EF18-F170-AE2C-FA3B06488BCF}"/>
              </a:ext>
            </a:extLst>
          </p:cNvPr>
          <p:cNvSpPr txBox="1"/>
          <p:nvPr/>
        </p:nvSpPr>
        <p:spPr>
          <a:xfrm>
            <a:off x="232781" y="2305757"/>
            <a:ext cx="90791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B. Plan for the Day (Quantity)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This part shows the current situation in terms of quantity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This quantity represents the variance vs. plans in the specific module or part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FC61C2F-B47A-1552-4894-FC361AF4B1DF}"/>
              </a:ext>
            </a:extLst>
          </p:cNvPr>
          <p:cNvSpPr txBox="1"/>
          <p:nvPr/>
        </p:nvSpPr>
        <p:spPr>
          <a:xfrm>
            <a:off x="232781" y="537492"/>
            <a:ext cx="1811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FINISHED GOODS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A9E18B-E2EF-46C9-8930-A97BCC41C7DE}"/>
              </a:ext>
            </a:extLst>
          </p:cNvPr>
          <p:cNvSpPr txBox="1"/>
          <p:nvPr/>
        </p:nvSpPr>
        <p:spPr>
          <a:xfrm>
            <a:off x="232781" y="3767292"/>
            <a:ext cx="95923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C. Details of Scanned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Data for scanned of carton box should show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Details whether the item has been transferred or not (Transfer Slip)</a:t>
            </a:r>
          </a:p>
        </p:txBody>
      </p:sp>
    </p:spTree>
    <p:extLst>
      <p:ext uri="{BB962C8B-B14F-4D97-AF65-F5344CB8AC3E}">
        <p14:creationId xmlns:p14="http://schemas.microsoft.com/office/powerpoint/2010/main" val="1178312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7ECC5-AE75-FBFB-1CD6-B6FF1D499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Rectangle 205">
            <a:extLst>
              <a:ext uri="{FF2B5EF4-FFF2-40B4-BE49-F238E27FC236}">
                <a16:creationId xmlns:a16="http://schemas.microsoft.com/office/drawing/2014/main" id="{9EC38FE9-79A7-BD55-78DA-04F5A7B34FCD}"/>
              </a:ext>
            </a:extLst>
          </p:cNvPr>
          <p:cNvSpPr/>
          <p:nvPr/>
        </p:nvSpPr>
        <p:spPr>
          <a:xfrm>
            <a:off x="1" y="0"/>
            <a:ext cx="9905999" cy="368619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PH" sz="2400" dirty="0">
                <a:solidFill>
                  <a:schemeClr val="tx1"/>
                </a:solidFill>
              </a:rPr>
              <a:t>DATA LOGGER PROJECT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69F59F-92FA-4A23-E720-A6510B53F1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4" t="26531" r="2837" b="2156"/>
          <a:stretch>
            <a:fillRect/>
          </a:stretch>
        </p:blipFill>
        <p:spPr>
          <a:xfrm>
            <a:off x="1138638" y="1689922"/>
            <a:ext cx="7224474" cy="4376058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8ADB2F48-168D-72EA-92D1-C66AA91DC461}"/>
              </a:ext>
            </a:extLst>
          </p:cNvPr>
          <p:cNvSpPr txBox="1"/>
          <p:nvPr/>
        </p:nvSpPr>
        <p:spPr>
          <a:xfrm>
            <a:off x="232782" y="1151717"/>
            <a:ext cx="3050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A. Scanning (Model and Serial)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FE62D9E-B1EE-1FC2-FEEB-56E94440BF0C}"/>
              </a:ext>
            </a:extLst>
          </p:cNvPr>
          <p:cNvSpPr txBox="1"/>
          <p:nvPr/>
        </p:nvSpPr>
        <p:spPr>
          <a:xfrm>
            <a:off x="6683167" y="1051488"/>
            <a:ext cx="2928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C. Plan for the Day (Quantity)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1C3172D-8DF5-046C-AE6B-83610212E968}"/>
              </a:ext>
            </a:extLst>
          </p:cNvPr>
          <p:cNvSpPr txBox="1"/>
          <p:nvPr/>
        </p:nvSpPr>
        <p:spPr>
          <a:xfrm>
            <a:off x="7267740" y="6106248"/>
            <a:ext cx="23459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E. Scanned Parts (with quantity)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227C935-9FDD-04CB-89C4-64163D310628}"/>
              </a:ext>
            </a:extLst>
          </p:cNvPr>
          <p:cNvSpPr txBox="1"/>
          <p:nvPr/>
        </p:nvSpPr>
        <p:spPr>
          <a:xfrm>
            <a:off x="232781" y="537492"/>
            <a:ext cx="1820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CONTROL BOARD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6E87ECD-0C3F-8537-4573-CBC7E526BE13}"/>
              </a:ext>
            </a:extLst>
          </p:cNvPr>
          <p:cNvCxnSpPr>
            <a:cxnSpLocks/>
          </p:cNvCxnSpPr>
          <p:nvPr/>
        </p:nvCxnSpPr>
        <p:spPr>
          <a:xfrm flipH="1" flipV="1">
            <a:off x="2295331" y="1521049"/>
            <a:ext cx="167951" cy="14554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0952328-07CA-50D4-9A41-30BA7195D9EC}"/>
              </a:ext>
            </a:extLst>
          </p:cNvPr>
          <p:cNvCxnSpPr>
            <a:cxnSpLocks/>
          </p:cNvCxnSpPr>
          <p:nvPr/>
        </p:nvCxnSpPr>
        <p:spPr>
          <a:xfrm>
            <a:off x="5302672" y="3877951"/>
            <a:ext cx="3088432" cy="22226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AAE5671-B2EF-493D-22C5-4E801CDB37D6}"/>
              </a:ext>
            </a:extLst>
          </p:cNvPr>
          <p:cNvCxnSpPr>
            <a:cxnSpLocks/>
            <a:endCxn id="29" idx="2"/>
          </p:cNvCxnSpPr>
          <p:nvPr/>
        </p:nvCxnSpPr>
        <p:spPr>
          <a:xfrm flipV="1">
            <a:off x="6270171" y="1420820"/>
            <a:ext cx="1877468" cy="11559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F0E2B57-E8DD-000E-E966-8DB786FCA368}"/>
              </a:ext>
            </a:extLst>
          </p:cNvPr>
          <p:cNvSpPr txBox="1"/>
          <p:nvPr/>
        </p:nvSpPr>
        <p:spPr>
          <a:xfrm>
            <a:off x="440842" y="6100641"/>
            <a:ext cx="23459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D. Scanned Complete Control Board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5F025F8-90AA-A784-FAC0-570B2F223D9E}"/>
              </a:ext>
            </a:extLst>
          </p:cNvPr>
          <p:cNvCxnSpPr>
            <a:cxnSpLocks/>
            <a:endCxn id="21" idx="0"/>
          </p:cNvCxnSpPr>
          <p:nvPr/>
        </p:nvCxnSpPr>
        <p:spPr>
          <a:xfrm flipH="1">
            <a:off x="1613829" y="4329404"/>
            <a:ext cx="765477" cy="17712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FC5F02E-AD02-67DD-B0CC-A1A13BC1C289}"/>
              </a:ext>
            </a:extLst>
          </p:cNvPr>
          <p:cNvSpPr txBox="1"/>
          <p:nvPr/>
        </p:nvSpPr>
        <p:spPr>
          <a:xfrm>
            <a:off x="3393356" y="1051488"/>
            <a:ext cx="3289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B. Done Control Board (Quantity)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48A6DB7-19F2-0F18-ADD7-9587A1CCAB3E}"/>
              </a:ext>
            </a:extLst>
          </p:cNvPr>
          <p:cNvCxnSpPr>
            <a:cxnSpLocks/>
            <a:endCxn id="25" idx="2"/>
          </p:cNvCxnSpPr>
          <p:nvPr/>
        </p:nvCxnSpPr>
        <p:spPr>
          <a:xfrm flipV="1">
            <a:off x="4133461" y="1420820"/>
            <a:ext cx="904801" cy="17445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7429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C8256-955E-4979-2232-B56970073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Rectangle 205">
            <a:extLst>
              <a:ext uri="{FF2B5EF4-FFF2-40B4-BE49-F238E27FC236}">
                <a16:creationId xmlns:a16="http://schemas.microsoft.com/office/drawing/2014/main" id="{396E6A2C-D677-B58A-0719-CDCBF69381D0}"/>
              </a:ext>
            </a:extLst>
          </p:cNvPr>
          <p:cNvSpPr/>
          <p:nvPr/>
        </p:nvSpPr>
        <p:spPr>
          <a:xfrm>
            <a:off x="1" y="0"/>
            <a:ext cx="9905999" cy="368619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PH" sz="2400" dirty="0">
                <a:solidFill>
                  <a:schemeClr val="tx1"/>
                </a:solidFill>
              </a:rPr>
              <a:t>DATA LOGGER PROJECT (ADMINISTRATOR)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DE7ACE-214C-61F0-3F89-C5A8536D5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1796" y="714078"/>
            <a:ext cx="6612792" cy="437573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5349511-DD66-C560-6156-2617BAACE7BE}"/>
              </a:ext>
            </a:extLst>
          </p:cNvPr>
          <p:cNvSpPr txBox="1"/>
          <p:nvPr/>
        </p:nvSpPr>
        <p:spPr>
          <a:xfrm>
            <a:off x="5553456" y="5248656"/>
            <a:ext cx="228466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Takt Time: Important</a:t>
            </a:r>
          </a:p>
          <a:p>
            <a:r>
              <a:rPr lang="en-US" dirty="0"/>
              <a:t>For repair option</a:t>
            </a:r>
          </a:p>
          <a:p>
            <a:r>
              <a:rPr lang="en-US" dirty="0"/>
              <a:t>Reset per day the plan</a:t>
            </a:r>
          </a:p>
          <a:p>
            <a:r>
              <a:rPr lang="en-US"/>
              <a:t>Control Board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ACFAAA-D027-324C-EFAF-F3463AC6E89B}"/>
              </a:ext>
            </a:extLst>
          </p:cNvPr>
          <p:cNvSpPr txBox="1"/>
          <p:nvPr/>
        </p:nvSpPr>
        <p:spPr>
          <a:xfrm>
            <a:off x="318671" y="2594166"/>
            <a:ext cx="14392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A. Daily Schedule</a:t>
            </a:r>
          </a:p>
        </p:txBody>
      </p:sp>
    </p:spTree>
    <p:extLst>
      <p:ext uri="{BB962C8B-B14F-4D97-AF65-F5344CB8AC3E}">
        <p14:creationId xmlns:p14="http://schemas.microsoft.com/office/powerpoint/2010/main" val="1495296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087CE-C84C-89D3-1FDA-F4EDE5456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Rectangle 205">
            <a:extLst>
              <a:ext uri="{FF2B5EF4-FFF2-40B4-BE49-F238E27FC236}">
                <a16:creationId xmlns:a16="http://schemas.microsoft.com/office/drawing/2014/main" id="{6B90A60B-8B68-4CA1-831D-37EC0207E80A}"/>
              </a:ext>
            </a:extLst>
          </p:cNvPr>
          <p:cNvSpPr/>
          <p:nvPr/>
        </p:nvSpPr>
        <p:spPr>
          <a:xfrm>
            <a:off x="1" y="0"/>
            <a:ext cx="9905999" cy="368619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PH" sz="2400" dirty="0">
                <a:solidFill>
                  <a:schemeClr val="tx1"/>
                </a:solidFill>
              </a:rPr>
              <a:t>DATA LOGGER PROJECT (ADMINISTRATOR)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1ECA1C-CA2E-9DB8-3BA6-C673E7B57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772" y="1240012"/>
            <a:ext cx="6238455" cy="38550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1153063-C3C7-2BE6-DAA6-E7BA86F873D5}"/>
              </a:ext>
            </a:extLst>
          </p:cNvPr>
          <p:cNvSpPr txBox="1"/>
          <p:nvPr/>
        </p:nvSpPr>
        <p:spPr>
          <a:xfrm>
            <a:off x="3801530" y="5248656"/>
            <a:ext cx="2302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Details for each Model</a:t>
            </a:r>
          </a:p>
        </p:txBody>
      </p:sp>
    </p:spTree>
    <p:extLst>
      <p:ext uri="{BB962C8B-B14F-4D97-AF65-F5344CB8AC3E}">
        <p14:creationId xmlns:p14="http://schemas.microsoft.com/office/powerpoint/2010/main" val="41840492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FB335-5E7B-8010-7B2F-08FDFC3CC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Rectangle 205">
            <a:extLst>
              <a:ext uri="{FF2B5EF4-FFF2-40B4-BE49-F238E27FC236}">
                <a16:creationId xmlns:a16="http://schemas.microsoft.com/office/drawing/2014/main" id="{580A1B79-7AC7-C1B9-B5F6-689DC01C6402}"/>
              </a:ext>
            </a:extLst>
          </p:cNvPr>
          <p:cNvSpPr/>
          <p:nvPr/>
        </p:nvSpPr>
        <p:spPr>
          <a:xfrm>
            <a:off x="1" y="0"/>
            <a:ext cx="9905999" cy="368619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PH" sz="2400" dirty="0">
                <a:solidFill>
                  <a:schemeClr val="tx1"/>
                </a:solidFill>
              </a:rPr>
              <a:t>DATA LOGGER PROJECT (ADMINISTRATOR)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D4C0781-1A21-007B-348D-994C56AAB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584" y="835340"/>
            <a:ext cx="6718831" cy="4031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691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8B8FD-9B76-175C-93B9-0925B383C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Rectangle 205">
            <a:extLst>
              <a:ext uri="{FF2B5EF4-FFF2-40B4-BE49-F238E27FC236}">
                <a16:creationId xmlns:a16="http://schemas.microsoft.com/office/drawing/2014/main" id="{6E964739-C4E2-126D-9C02-C815CAA2B21D}"/>
              </a:ext>
            </a:extLst>
          </p:cNvPr>
          <p:cNvSpPr/>
          <p:nvPr/>
        </p:nvSpPr>
        <p:spPr>
          <a:xfrm>
            <a:off x="1" y="0"/>
            <a:ext cx="9905999" cy="368619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PH" sz="2400" dirty="0">
                <a:solidFill>
                  <a:schemeClr val="tx1"/>
                </a:solidFill>
              </a:rPr>
              <a:t>DATA LOGGER PROJECT (FINISHED GOODS)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1ACBE2-1586-2E78-5CFC-4419DFECE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9548" y="865711"/>
            <a:ext cx="3661449" cy="22203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3D504D-134C-C1C0-3ABF-50F88F4ED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759" y="584316"/>
            <a:ext cx="4810796" cy="16575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0DED5A-E176-85ED-7CE7-C93FB2863D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7693" y="2547200"/>
            <a:ext cx="3016488" cy="386293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2B7C623-788C-6BB0-6902-CDBEDDC529BD}"/>
              </a:ext>
            </a:extLst>
          </p:cNvPr>
          <p:cNvCxnSpPr>
            <a:cxnSpLocks/>
            <a:endCxn id="3" idx="0"/>
          </p:cNvCxnSpPr>
          <p:nvPr/>
        </p:nvCxnSpPr>
        <p:spPr>
          <a:xfrm flipV="1">
            <a:off x="4245429" y="865711"/>
            <a:ext cx="3114844" cy="5152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0B6774F-7832-8D87-E68C-AF9D5651FAF6}"/>
              </a:ext>
            </a:extLst>
          </p:cNvPr>
          <p:cNvCxnSpPr>
            <a:cxnSpLocks/>
          </p:cNvCxnSpPr>
          <p:nvPr/>
        </p:nvCxnSpPr>
        <p:spPr>
          <a:xfrm flipH="1">
            <a:off x="3685592" y="2771192"/>
            <a:ext cx="3116424" cy="18194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6978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0C177-9D0B-3167-EEED-664A9FE6E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Rectangle 205">
            <a:extLst>
              <a:ext uri="{FF2B5EF4-FFF2-40B4-BE49-F238E27FC236}">
                <a16:creationId xmlns:a16="http://schemas.microsoft.com/office/drawing/2014/main" id="{469C9B13-6F76-34F9-1BC4-35576CCD11BB}"/>
              </a:ext>
            </a:extLst>
          </p:cNvPr>
          <p:cNvSpPr/>
          <p:nvPr/>
        </p:nvSpPr>
        <p:spPr>
          <a:xfrm>
            <a:off x="1" y="0"/>
            <a:ext cx="9905999" cy="368619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PH" sz="2400" dirty="0">
                <a:solidFill>
                  <a:schemeClr val="tx1"/>
                </a:solidFill>
              </a:rPr>
              <a:t>DATA </a:t>
            </a:r>
            <a:r>
              <a:rPr lang="en-PH" sz="2400">
                <a:solidFill>
                  <a:schemeClr val="tx1"/>
                </a:solidFill>
              </a:rPr>
              <a:t>LOGGER PROJECT (FINISHED GOODS)</a:t>
            </a:r>
            <a:endParaRPr lang="en-PH" sz="24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7FEA84-9CD1-F54E-7EE9-E6299426D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935" y="982725"/>
            <a:ext cx="4611260" cy="16571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4B20AF-0DED-D365-893E-4255E0DDCA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6798" y="858537"/>
            <a:ext cx="3419961" cy="25704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68D5128-20AD-666B-C7C7-4739B42BEE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058" y="4043106"/>
            <a:ext cx="7803883" cy="18541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E078204-4200-20AE-A66B-3BA6C838B4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922" b="87243"/>
          <a:stretch>
            <a:fillRect/>
          </a:stretch>
        </p:blipFill>
        <p:spPr>
          <a:xfrm>
            <a:off x="542923" y="2890441"/>
            <a:ext cx="4292272" cy="1077117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5A3EC98-77EF-79B8-F84D-5F4830725F2C}"/>
              </a:ext>
            </a:extLst>
          </p:cNvPr>
          <p:cNvCxnSpPr>
            <a:cxnSpLocks/>
            <a:endCxn id="10" idx="0"/>
          </p:cNvCxnSpPr>
          <p:nvPr/>
        </p:nvCxnSpPr>
        <p:spPr>
          <a:xfrm flipV="1">
            <a:off x="3489649" y="858537"/>
            <a:ext cx="3627130" cy="6343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4575894-10EC-2238-B45E-2457016A33D1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4953000" y="3181739"/>
            <a:ext cx="1643743" cy="8613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B88B1A8-D6D9-FB5F-E635-7E97871E2A91}"/>
              </a:ext>
            </a:extLst>
          </p:cNvPr>
          <p:cNvCxnSpPr>
            <a:cxnSpLocks/>
          </p:cNvCxnSpPr>
          <p:nvPr/>
        </p:nvCxnSpPr>
        <p:spPr>
          <a:xfrm flipH="1" flipV="1">
            <a:off x="727788" y="3334139"/>
            <a:ext cx="391885" cy="7993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8118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b760fad-0d5e-489a-8ab6-8a6c0d2d762d">
      <Terms xmlns="http://schemas.microsoft.com/office/infopath/2007/PartnerControls"/>
    </lcf76f155ced4ddcb4097134ff3c332f>
    <TaxCatchAll xmlns="ed7e7c2b-a754-4397-9655-aa411a90dc1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98B8D563902D94591708E0A6FD88035" ma:contentTypeVersion="12" ma:contentTypeDescription="Create a new document." ma:contentTypeScope="" ma:versionID="0306e580cdb897912b46d7d77a0d2ad5">
  <xsd:schema xmlns:xsd="http://www.w3.org/2001/XMLSchema" xmlns:xs="http://www.w3.org/2001/XMLSchema" xmlns:p="http://schemas.microsoft.com/office/2006/metadata/properties" xmlns:ns2="3b760fad-0d5e-489a-8ab6-8a6c0d2d762d" xmlns:ns3="ed7e7c2b-a754-4397-9655-aa411a90dc1f" targetNamespace="http://schemas.microsoft.com/office/2006/metadata/properties" ma:root="true" ma:fieldsID="e1949f562d2846c6c15100acfaa50b60" ns2:_="" ns3:_="">
    <xsd:import namespace="3b760fad-0d5e-489a-8ab6-8a6c0d2d762d"/>
    <xsd:import namespace="ed7e7c2b-a754-4397-9655-aa411a90dc1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760fad-0d5e-489a-8ab6-8a6c0d2d76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5" nillable="true" ma:displayName="Location" ma:description="" ma:indexed="true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e391acf-b2a8-4a1c-9c03-161b1cee912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7e7c2b-a754-4397-9655-aa411a90dc1f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ad06bfaf-97bb-4dcd-9c5a-464dd7fd19d3}" ma:internalName="TaxCatchAll" ma:showField="CatchAllData" ma:web="ed7e7c2b-a754-4397-9655-aa411a90dc1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7053CF4-FF4B-4DAA-999E-9D8AA31DE017}">
  <ds:schemaRefs>
    <ds:schemaRef ds:uri="http://schemas.microsoft.com/office/2006/metadata/properties"/>
    <ds:schemaRef ds:uri="http://schemas.microsoft.com/office/infopath/2007/PartnerControls"/>
    <ds:schemaRef ds:uri="3b760fad-0d5e-489a-8ab6-8a6c0d2d762d"/>
    <ds:schemaRef ds:uri="ed7e7c2b-a754-4397-9655-aa411a90dc1f"/>
  </ds:schemaRefs>
</ds:datastoreItem>
</file>

<file path=customXml/itemProps2.xml><?xml version="1.0" encoding="utf-8"?>
<ds:datastoreItem xmlns:ds="http://schemas.openxmlformats.org/officeDocument/2006/customXml" ds:itemID="{D6E41F7D-0864-46A6-B30A-7D6C0C0F87E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b760fad-0d5e-489a-8ab6-8a6c0d2d762d"/>
    <ds:schemaRef ds:uri="ed7e7c2b-a754-4397-9655-aa411a90dc1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40DF229-6B6E-400B-8AFA-2650929235E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863f5d6-4760-4589-be9c-42f82e075739}" enabled="0" method="" siteId="{4863f5d6-4760-4589-be9c-42f82e07573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4352</TotalTime>
  <Words>731</Words>
  <Application>Microsoft Office PowerPoint</Application>
  <PresentationFormat>A4 Paper (210x297 mm)</PresentationFormat>
  <Paragraphs>95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Jerico O. Alcantara</dc:creator>
  <cp:lastModifiedBy>Bryan Bosas</cp:lastModifiedBy>
  <cp:revision>92</cp:revision>
  <cp:lastPrinted>2023-03-08T02:41:41Z</cp:lastPrinted>
  <dcterms:created xsi:type="dcterms:W3CDTF">2022-09-24T01:15:00Z</dcterms:created>
  <dcterms:modified xsi:type="dcterms:W3CDTF">2026-03-03T05:30:54Z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0x010100D98B8D563902D94591708E0A6FD88035</vt:lpwstr>
  </property>
  <property fmtid="{D5CDD505-2E9C-101B-9397-08002B2CF9AE}" pid="4" name="ComplianceAssetId">
    <vt:lpwstr/>
  </property>
  <property fmtid="{D5CDD505-2E9C-101B-9397-08002B2CF9AE}" pid="5" name="_ExtendedDescription">
    <vt:lpwstr/>
  </property>
  <property fmtid="{D5CDD505-2E9C-101B-9397-08002B2CF9AE}" pid="6" name="TriggerFlowInfo">
    <vt:lpwstr/>
  </property>
</Properties>
</file>