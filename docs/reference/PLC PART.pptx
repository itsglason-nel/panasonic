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677CB2-E6DE-4AAE-BFA8-C557E9AB1EF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3316A6-12DA-4FE4-A574-05924A6E0CB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3ED042-8C6B-42DC-9117-4DFE55D532F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A1E74C-2ABE-48AE-B6AF-68ADCCDCCB4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E38664-2E9A-4758-97E1-182A88473A0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A22110-1EC1-4990-BB79-5BE62652776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5F74CE-87BD-4383-86E2-1E1814BFB54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443688-8BF5-496B-949E-9AA055C7FA4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10740E-B4EF-4FEF-9FB5-5DCEA9559EE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F18270-513C-4346-8402-C9F93FE2567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977F0B-3D10-4C6B-8662-391230781EA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4"/>
          <p:cNvSpPr/>
          <p:nvPr/>
        </p:nvSpPr>
        <p:spPr>
          <a:xfrm>
            <a:off x="3725280" y="1281960"/>
            <a:ext cx="1742040" cy="308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8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126"/>
          <p:cNvSpPr/>
          <p:nvPr/>
        </p:nvSpPr>
        <p:spPr>
          <a:xfrm>
            <a:off x="3488040" y="2547000"/>
            <a:ext cx="2254680" cy="460440"/>
          </a:xfrm>
          <a:prstGeom prst="parallelogram">
            <a:avLst>
              <a:gd name="adj" fmla="val 25000"/>
            </a:avLst>
          </a:prstGeom>
          <a:solidFill>
            <a:srgbClr val="FF5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1: FAN MOTOR &amp; COMPRESSOR RECORDING and CHECKING</a:t>
            </a:r>
            <a:endParaRPr lang="en-US" sz="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17"/>
          <p:cNvSpPr/>
          <p:nvPr/>
        </p:nvSpPr>
        <p:spPr>
          <a:xfrm>
            <a:off x="3826800" y="3347640"/>
            <a:ext cx="1576800" cy="308520"/>
          </a:xfrm>
          <a:prstGeom prst="parallelogram">
            <a:avLst>
              <a:gd name="adj" fmla="val 25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1: AIRTIGHT TEST</a:t>
            </a:r>
            <a:endParaRPr lang="en-US" sz="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Straight Arrow Connector 137"/>
          <p:cNvCxnSpPr>
            <a:stCxn id="62" idx="4"/>
            <a:endCxn id="63" idx="0"/>
          </p:cNvCxnSpPr>
          <p:nvPr/>
        </p:nvCxnSpPr>
        <p:spPr>
          <a:xfrm flipH="1">
            <a:off x="4615200" y="3007440"/>
            <a:ext cx="720" cy="34056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65" name="Rounded Rectangle 126"/>
          <p:cNvSpPr/>
          <p:nvPr/>
        </p:nvSpPr>
        <p:spPr>
          <a:xfrm>
            <a:off x="3441600" y="1925640"/>
            <a:ext cx="2323080" cy="308520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FOR MODEL THAT WILL BE IN PRODUCTION</a:t>
            </a:r>
            <a:endParaRPr lang="en-US" sz="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" name="Straight Arrow Connector 8"/>
          <p:cNvCxnSpPr>
            <a:stCxn id="65" idx="2"/>
            <a:endCxn id="62" idx="0"/>
          </p:cNvCxnSpPr>
          <p:nvPr/>
        </p:nvCxnSpPr>
        <p:spPr>
          <a:xfrm>
            <a:off x="4603320" y="2234160"/>
            <a:ext cx="12600" cy="31320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67" name="Straight Arrow Connector 17"/>
          <p:cNvCxnSpPr>
            <a:stCxn id="61" idx="2"/>
            <a:endCxn id="65" idx="0"/>
          </p:cNvCxnSpPr>
          <p:nvPr/>
        </p:nvCxnSpPr>
        <p:spPr>
          <a:xfrm>
            <a:off x="4596480" y="1590480"/>
            <a:ext cx="7200" cy="33552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68" name="Rounded Rectangle 17"/>
          <p:cNvSpPr/>
          <p:nvPr/>
        </p:nvSpPr>
        <p:spPr>
          <a:xfrm>
            <a:off x="3792600" y="3948120"/>
            <a:ext cx="1576800" cy="308520"/>
          </a:xfrm>
          <a:prstGeom prst="parallelogram">
            <a:avLst>
              <a:gd name="adj" fmla="val 25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2: GAS CHARGING</a:t>
            </a:r>
            <a:endParaRPr lang="en-US" sz="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17"/>
          <p:cNvSpPr/>
          <p:nvPr/>
        </p:nvSpPr>
        <p:spPr>
          <a:xfrm>
            <a:off x="3619080" y="4564080"/>
            <a:ext cx="1913400" cy="423000"/>
          </a:xfrm>
          <a:prstGeom prst="parallelogram">
            <a:avLst>
              <a:gd name="adj" fmla="val 25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4: CONTROL BOARD &amp; OUTDOOR PCB</a:t>
            </a:r>
            <a:endParaRPr lang="en-US" sz="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Straight Arrow Connector 143"/>
          <p:cNvCxnSpPr>
            <a:stCxn id="63" idx="4"/>
            <a:endCxn id="68" idx="1"/>
          </p:cNvCxnSpPr>
          <p:nvPr/>
        </p:nvCxnSpPr>
        <p:spPr>
          <a:xfrm>
            <a:off x="4615200" y="3656160"/>
            <a:ext cx="4680" cy="29232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71" name="Straight Arrow Connector 146"/>
          <p:cNvCxnSpPr>
            <a:stCxn id="68" idx="4"/>
            <a:endCxn id="69" idx="0"/>
          </p:cNvCxnSpPr>
          <p:nvPr/>
        </p:nvCxnSpPr>
        <p:spPr>
          <a:xfrm flipH="1">
            <a:off x="4575960" y="4256640"/>
            <a:ext cx="5400" cy="30780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72" name="Rounded Rectangle 17"/>
          <p:cNvSpPr/>
          <p:nvPr/>
        </p:nvSpPr>
        <p:spPr>
          <a:xfrm>
            <a:off x="3574080" y="5294880"/>
            <a:ext cx="1913400" cy="423000"/>
          </a:xfrm>
          <a:prstGeom prst="parallelogram">
            <a:avLst>
              <a:gd name="adj" fmla="val 25000"/>
            </a:avLst>
          </a:prstGeom>
          <a:solidFill>
            <a:srgbClr val="00B0F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2: WIRING AND CONSTRUCTION INSPECTION</a:t>
            </a:r>
            <a:endParaRPr lang="en-US" sz="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7"/>
          <p:cNvSpPr/>
          <p:nvPr/>
        </p:nvSpPr>
        <p:spPr>
          <a:xfrm>
            <a:off x="7074360" y="1448640"/>
            <a:ext cx="1913400" cy="42300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: RUNNING INSPECTION</a:t>
            </a:r>
            <a:endParaRPr lang="en-US" sz="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7"/>
          <p:cNvSpPr/>
          <p:nvPr/>
        </p:nvSpPr>
        <p:spPr>
          <a:xfrm>
            <a:off x="7081560" y="2169720"/>
            <a:ext cx="1913400" cy="42300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5: FINAL INSPECTION</a:t>
            </a:r>
            <a:endParaRPr lang="en-US" sz="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7081560" y="2888640"/>
            <a:ext cx="1913400" cy="423000"/>
          </a:xfrm>
          <a:prstGeom prst="parallelogram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5: PACKAGING</a:t>
            </a:r>
            <a:endParaRPr lang="en-US" sz="5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Straight Arrow Connector 164"/>
          <p:cNvCxnSpPr>
            <a:stCxn id="69" idx="4"/>
            <a:endCxn id="72" idx="1"/>
          </p:cNvCxnSpPr>
          <p:nvPr/>
        </p:nvCxnSpPr>
        <p:spPr>
          <a:xfrm>
            <a:off x="4575960" y="4987080"/>
            <a:ext cx="8280" cy="30816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77" name="Rounded Rectangle 17"/>
          <p:cNvSpPr/>
          <p:nvPr/>
        </p:nvSpPr>
        <p:spPr>
          <a:xfrm>
            <a:off x="966600" y="4564080"/>
            <a:ext cx="1913400" cy="423000"/>
          </a:xfrm>
          <a:prstGeom prst="parallelogram">
            <a:avLst>
              <a:gd name="adj" fmla="val 25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57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3: INDOOR CONTROL BOARD</a:t>
            </a:r>
            <a:endParaRPr lang="en-US" sz="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Straight Arrow Connector 167"/>
          <p:cNvCxnSpPr>
            <a:stCxn id="69" idx="5"/>
            <a:endCxn id="77" idx="2"/>
          </p:cNvCxnSpPr>
          <p:nvPr/>
        </p:nvCxnSpPr>
        <p:spPr>
          <a:xfrm flipH="1">
            <a:off x="2827440" y="4775760"/>
            <a:ext cx="844920" cy="36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79" name="Elbow Connector 175"/>
          <p:cNvCxnSpPr>
            <a:stCxn id="72" idx="2"/>
            <a:endCxn id="73" idx="1"/>
          </p:cNvCxnSpPr>
          <p:nvPr/>
        </p:nvCxnSpPr>
        <p:spPr>
          <a:xfrm flipV="1">
            <a:off x="5434920" y="1448640"/>
            <a:ext cx="2649600" cy="4058280"/>
          </a:xfrm>
          <a:prstGeom prst="bentConnector4">
            <a:avLst>
              <a:gd name="adj1" fmla="val 29949"/>
              <a:gd name="adj2" fmla="val 105633"/>
            </a:avLst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80" name="Straight Arrow Connector 198"/>
          <p:cNvCxnSpPr>
            <a:stCxn id="74" idx="4"/>
            <a:endCxn id="75" idx="0"/>
          </p:cNvCxnSpPr>
          <p:nvPr/>
        </p:nvCxnSpPr>
        <p:spPr>
          <a:xfrm>
            <a:off x="8038440" y="2592720"/>
            <a:ext cx="360" cy="29628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81" name="Rounded Rectangle 14"/>
          <p:cNvSpPr/>
          <p:nvPr/>
        </p:nvSpPr>
        <p:spPr>
          <a:xfrm>
            <a:off x="7163640" y="3574080"/>
            <a:ext cx="1742040" cy="308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60480" tIns="30240" rIns="60480" bIns="302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8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Straight Arrow Connector 204"/>
          <p:cNvCxnSpPr>
            <a:stCxn id="75" idx="4"/>
            <a:endCxn id="81" idx="0"/>
          </p:cNvCxnSpPr>
          <p:nvPr/>
        </p:nvCxnSpPr>
        <p:spPr>
          <a:xfrm flipH="1">
            <a:off x="8034840" y="3311640"/>
            <a:ext cx="3960" cy="26280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83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Straight Arrow Connector 9"/>
          <p:cNvCxnSpPr>
            <a:stCxn id="73" idx="4"/>
            <a:endCxn id="74" idx="0"/>
          </p:cNvCxnSpPr>
          <p:nvPr/>
        </p:nvCxnSpPr>
        <p:spPr>
          <a:xfrm>
            <a:off x="8031240" y="1871640"/>
            <a:ext cx="7560" cy="298440"/>
          </a:xfrm>
          <a:prstGeom prst="straightConnector1">
            <a:avLst/>
          </a:prstGeom>
          <a:ln w="28575">
            <a:solidFill>
              <a:srgbClr val="FF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6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Straight Arrow Connector 10"/>
          <p:cNvCxnSpPr/>
          <p:nvPr/>
        </p:nvCxnSpPr>
        <p:spPr>
          <a:xfrm>
            <a:off x="2144520" y="1324440"/>
            <a:ext cx="3200040" cy="211428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88" name="TextBox 21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Safety Parts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3434760" y="405720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6187320" y="407196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" name="Rectangle 7"/>
          <p:cNvSpPr/>
          <p:nvPr/>
        </p:nvSpPr>
        <p:spPr>
          <a:xfrm>
            <a:off x="3434760" y="475884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2" name="Rectangle 11"/>
          <p:cNvSpPr/>
          <p:nvPr/>
        </p:nvSpPr>
        <p:spPr>
          <a:xfrm>
            <a:off x="6187320" y="4771080"/>
            <a:ext cx="1908360" cy="30132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3255840" y="4412520"/>
            <a:ext cx="226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EXPANSION VALVE  ASSY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4"/>
          <p:cNvSpPr/>
          <p:nvPr/>
        </p:nvSpPr>
        <p:spPr>
          <a:xfrm>
            <a:off x="6305760" y="4429080"/>
            <a:ext cx="1671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EXPANSION COIL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3661200" y="5119200"/>
            <a:ext cx="1499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REACTOR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6677280" y="5141160"/>
            <a:ext cx="9288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 COIL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5"/>
          <p:cNvSpPr/>
          <p:nvPr/>
        </p:nvSpPr>
        <p:spPr>
          <a:xfrm>
            <a:off x="8483760" y="407196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8" name="Rectangle 26"/>
          <p:cNvSpPr/>
          <p:nvPr/>
        </p:nvSpPr>
        <p:spPr>
          <a:xfrm>
            <a:off x="8483760" y="45298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9" name="Rectangle 27"/>
          <p:cNvSpPr/>
          <p:nvPr/>
        </p:nvSpPr>
        <p:spPr>
          <a:xfrm>
            <a:off x="8483760" y="49651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0" name="Rectangle 28"/>
          <p:cNvSpPr/>
          <p:nvPr/>
        </p:nvSpPr>
        <p:spPr>
          <a:xfrm>
            <a:off x="8483760" y="544896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1" name="Rectangle 19"/>
          <p:cNvSpPr/>
          <p:nvPr/>
        </p:nvSpPr>
        <p:spPr>
          <a:xfrm>
            <a:off x="4660560" y="544896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2" name="TextBox 22"/>
          <p:cNvSpPr/>
          <p:nvPr/>
        </p:nvSpPr>
        <p:spPr>
          <a:xfrm>
            <a:off x="4701240" y="5756760"/>
            <a:ext cx="18183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 WAY VALVE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oup 53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104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7" name="Straight Arrow Connector 33"/>
            <p:cNvCxnSpPr>
              <a:stCxn id="105" idx="4"/>
              <a:endCxn id="106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08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9" name="Straight Arrow Connector 35"/>
            <p:cNvCxnSpPr>
              <a:stCxn id="108" idx="2"/>
              <a:endCxn id="105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10" name="Straight Arrow Connector 36"/>
            <p:cNvCxnSpPr>
              <a:stCxn id="104" idx="2"/>
              <a:endCxn id="108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11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3" name="Straight Arrow Connector 39"/>
            <p:cNvCxnSpPr>
              <a:stCxn id="106" idx="4"/>
              <a:endCxn id="111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14" name="Straight Arrow Connector 40"/>
            <p:cNvCxnSpPr>
              <a:stCxn id="111" idx="4"/>
              <a:endCxn id="112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15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9" name="Straight Arrow Connector 45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20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1" name="Straight Arrow Connector 47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22" name="Elbow Connector 175"/>
            <p:cNvCxnSpPr>
              <a:stCxn id="115" idx="2"/>
              <a:endCxn id="116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23" name="Straight Arrow Connector 49"/>
            <p:cNvCxnSpPr>
              <a:stCxn id="117" idx="4"/>
              <a:endCxn id="118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24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5" name="Straight Arrow Connector 51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26" name="Straight Arrow Connector 52"/>
            <p:cNvCxnSpPr>
              <a:stCxn id="116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8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Straight Arrow Connector 10"/>
          <p:cNvCxnSpPr/>
          <p:nvPr/>
        </p:nvCxnSpPr>
        <p:spPr>
          <a:xfrm>
            <a:off x="2144520" y="1324440"/>
            <a:ext cx="3200040" cy="211428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130" name="TextBox 21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Model, Fan Motor, and Compressor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3434760" y="405720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6187320" y="407196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3" name="Rectangle 7"/>
          <p:cNvSpPr/>
          <p:nvPr/>
        </p:nvSpPr>
        <p:spPr>
          <a:xfrm>
            <a:off x="3434760" y="475884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4" name="Rectangle 11"/>
          <p:cNvSpPr/>
          <p:nvPr/>
        </p:nvSpPr>
        <p:spPr>
          <a:xfrm>
            <a:off x="6187320" y="4771080"/>
            <a:ext cx="1908360" cy="30132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3255840" y="4412520"/>
            <a:ext cx="226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6305760" y="4429080"/>
            <a:ext cx="1671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3661200" y="5119200"/>
            <a:ext cx="1499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INDOOR FM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6491520" y="5119200"/>
            <a:ext cx="13003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OUTDOOR FM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25"/>
          <p:cNvSpPr/>
          <p:nvPr/>
        </p:nvSpPr>
        <p:spPr>
          <a:xfrm>
            <a:off x="8483760" y="407196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0" name="Rectangle 26"/>
          <p:cNvSpPr/>
          <p:nvPr/>
        </p:nvSpPr>
        <p:spPr>
          <a:xfrm>
            <a:off x="8483760" y="452988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1" name="Rectangle 27"/>
          <p:cNvSpPr/>
          <p:nvPr/>
        </p:nvSpPr>
        <p:spPr>
          <a:xfrm>
            <a:off x="8483760" y="49651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2" name="Rectangle 28"/>
          <p:cNvSpPr/>
          <p:nvPr/>
        </p:nvSpPr>
        <p:spPr>
          <a:xfrm>
            <a:off x="8483760" y="544896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3" name="Rectangle 19"/>
          <p:cNvSpPr/>
          <p:nvPr/>
        </p:nvSpPr>
        <p:spPr>
          <a:xfrm>
            <a:off x="4660560" y="544896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4" name="TextBox 22"/>
          <p:cNvSpPr/>
          <p:nvPr/>
        </p:nvSpPr>
        <p:spPr>
          <a:xfrm>
            <a:off x="4701240" y="5756760"/>
            <a:ext cx="18183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COMPRESSOR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5" name="Group 29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146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9" name="Straight Arrow Connector 33"/>
            <p:cNvCxnSpPr>
              <a:stCxn id="147" idx="4"/>
              <a:endCxn id="148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50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51" name="Straight Arrow Connector 35"/>
            <p:cNvCxnSpPr>
              <a:stCxn id="150" idx="2"/>
              <a:endCxn id="147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52" name="Straight Arrow Connector 36"/>
            <p:cNvCxnSpPr>
              <a:stCxn id="146" idx="2"/>
              <a:endCxn id="150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53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55" name="Straight Arrow Connector 39"/>
            <p:cNvCxnSpPr>
              <a:stCxn id="148" idx="4"/>
              <a:endCxn id="153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56" name="Straight Arrow Connector 40"/>
            <p:cNvCxnSpPr>
              <a:stCxn id="153" idx="4"/>
              <a:endCxn id="154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57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1" name="Straight Arrow Connector 45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62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3" name="Straight Arrow Connector 47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64" name="Elbow Connector 175"/>
            <p:cNvCxnSpPr>
              <a:stCxn id="157" idx="2"/>
              <a:endCxn id="158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65" name="Straight Arrow Connector 49"/>
            <p:cNvCxnSpPr>
              <a:stCxn id="159" idx="4"/>
              <a:endCxn id="160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66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7" name="Straight Arrow Connector 51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68" name="Straight Arrow Connector 52"/>
            <p:cNvCxnSpPr>
              <a:stCxn id="158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Straight Arrow Connector 10"/>
          <p:cNvCxnSpPr/>
          <p:nvPr/>
        </p:nvCxnSpPr>
        <p:spPr>
          <a:xfrm>
            <a:off x="2144520" y="1324440"/>
            <a:ext cx="3200040" cy="211428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171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2" name="Rectangle 2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3" name="Rectangle 26"/>
          <p:cNvSpPr/>
          <p:nvPr/>
        </p:nvSpPr>
        <p:spPr>
          <a:xfrm>
            <a:off x="8079840" y="450396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4" name="Rectangle 27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5" name="Rectangle 28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76" name="Table 1"/>
          <p:cNvGraphicFramePr/>
          <p:nvPr/>
        </p:nvGraphicFramePr>
        <p:xfrm>
          <a:off x="2975040" y="3963600"/>
          <a:ext cx="4974840" cy="1955520"/>
        </p:xfrm>
        <a:graphic>
          <a:graphicData uri="http://schemas.openxmlformats.org/drawingml/2006/table">
            <a:tbl>
              <a:tblPr/>
              <a:tblGrid>
                <a:gridCol w="1123560"/>
                <a:gridCol w="1026000"/>
                <a:gridCol w="914400"/>
                <a:gridCol w="941040"/>
                <a:gridCol w="97020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Sequence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Serial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Time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Details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7" name="TextBox 29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Details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Group 30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179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2" name="Straight Arrow Connector 34"/>
            <p:cNvCxnSpPr>
              <a:stCxn id="180" idx="4"/>
              <a:endCxn id="181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83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4" name="Straight Arrow Connector 36"/>
            <p:cNvCxnSpPr>
              <a:stCxn id="183" idx="2"/>
              <a:endCxn id="180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85" name="Straight Arrow Connector 37"/>
            <p:cNvCxnSpPr>
              <a:stCxn id="179" idx="2"/>
              <a:endCxn id="183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86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8" name="Straight Arrow Connector 40"/>
            <p:cNvCxnSpPr>
              <a:stCxn id="181" idx="4"/>
              <a:endCxn id="186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89" name="Straight Arrow Connector 41"/>
            <p:cNvCxnSpPr>
              <a:stCxn id="186" idx="4"/>
              <a:endCxn id="187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90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94" name="Straight Arrow Connector 46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95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96" name="Straight Arrow Connector 48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97" name="Elbow Connector 175"/>
            <p:cNvCxnSpPr>
              <a:stCxn id="190" idx="2"/>
              <a:endCxn id="191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198" name="Straight Arrow Connector 50"/>
            <p:cNvCxnSpPr>
              <a:stCxn id="192" idx="4"/>
              <a:endCxn id="193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199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0" name="Straight Arrow Connector 52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01" name="Straight Arrow Connector 53"/>
            <p:cNvCxnSpPr>
              <a:stCxn id="191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pic>
        <p:nvPicPr>
          <p:cNvPr id="202" name="Picture 54"/>
          <p:cNvPicPr/>
          <p:nvPr/>
        </p:nvPicPr>
        <p:blipFill>
          <a:blip r:embed="rId1"/>
          <a:stretch/>
        </p:blipFill>
        <p:spPr>
          <a:xfrm>
            <a:off x="7295040" y="426024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203" name="Picture 55"/>
          <p:cNvPicPr/>
          <p:nvPr/>
        </p:nvPicPr>
        <p:blipFill>
          <a:blip r:embed="rId2"/>
          <a:stretch/>
        </p:blipFill>
        <p:spPr>
          <a:xfrm>
            <a:off x="7303320" y="450288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204" name="Picture 56"/>
          <p:cNvPicPr/>
          <p:nvPr/>
        </p:nvPicPr>
        <p:blipFill>
          <a:blip r:embed="rId3"/>
          <a:stretch/>
        </p:blipFill>
        <p:spPr>
          <a:xfrm>
            <a:off x="7295040" y="473112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205" name="Picture 57"/>
          <p:cNvPicPr/>
          <p:nvPr/>
        </p:nvPicPr>
        <p:blipFill>
          <a:blip r:embed="rId4"/>
          <a:stretch/>
        </p:blipFill>
        <p:spPr>
          <a:xfrm>
            <a:off x="7303320" y="499464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206" name="Picture 58"/>
          <p:cNvPicPr/>
          <p:nvPr/>
        </p:nvPicPr>
        <p:blipFill>
          <a:blip r:embed="rId5"/>
          <a:stretch/>
        </p:blipFill>
        <p:spPr>
          <a:xfrm>
            <a:off x="7303320" y="525168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207" name="Picture 59"/>
          <p:cNvPicPr/>
          <p:nvPr/>
        </p:nvPicPr>
        <p:blipFill>
          <a:blip r:embed="rId6"/>
          <a:stretch/>
        </p:blipFill>
        <p:spPr>
          <a:xfrm>
            <a:off x="7303320" y="547272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208" name="Picture 60"/>
          <p:cNvPicPr/>
          <p:nvPr/>
        </p:nvPicPr>
        <p:blipFill>
          <a:blip r:embed="rId7"/>
          <a:stretch/>
        </p:blipFill>
        <p:spPr>
          <a:xfrm>
            <a:off x="7295040" y="573084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0" name="Straight Arrow Connector 10"/>
          <p:cNvCxnSpPr/>
          <p:nvPr/>
        </p:nvCxnSpPr>
        <p:spPr>
          <a:xfrm>
            <a:off x="2144520" y="1324440"/>
            <a:ext cx="3200040" cy="211428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211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2" name="Rectangle 2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3" name="Rectangle 26"/>
          <p:cNvSpPr/>
          <p:nvPr/>
        </p:nvSpPr>
        <p:spPr>
          <a:xfrm>
            <a:off x="8079840" y="450396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4" name="Rectangle 27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5" name="Rectangle 28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216" name="Table 1"/>
          <p:cNvGraphicFramePr/>
          <p:nvPr/>
        </p:nvGraphicFramePr>
        <p:xfrm>
          <a:off x="2975040" y="4045680"/>
          <a:ext cx="4465080" cy="1955520"/>
        </p:xfrm>
        <a:graphic>
          <a:graphicData uri="http://schemas.openxmlformats.org/drawingml/2006/table">
            <a:tbl>
              <a:tblPr/>
              <a:tblGrid>
                <a:gridCol w="1252800"/>
                <a:gridCol w="1144080"/>
                <a:gridCol w="1019520"/>
                <a:gridCol w="104904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Plan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Variance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7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Schedule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8" name="Group 7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219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2" name="Straight Arrow Connector 15"/>
            <p:cNvCxnSpPr>
              <a:stCxn id="220" idx="4"/>
              <a:endCxn id="221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23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4" name="Straight Arrow Connector 21"/>
            <p:cNvCxnSpPr>
              <a:stCxn id="223" idx="2"/>
              <a:endCxn id="220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25" name="Straight Arrow Connector 22"/>
            <p:cNvCxnSpPr>
              <a:stCxn id="219" idx="2"/>
              <a:endCxn id="223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26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8" name="Straight Arrow Connector 31"/>
            <p:cNvCxnSpPr>
              <a:stCxn id="221" idx="4"/>
              <a:endCxn id="226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29" name="Straight Arrow Connector 32"/>
            <p:cNvCxnSpPr>
              <a:stCxn id="226" idx="4"/>
              <a:endCxn id="227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30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4" name="Straight Arrow Connector 3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35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6" name="Straight Arrow Connector 3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37" name="Elbow Connector 175"/>
            <p:cNvCxnSpPr>
              <a:stCxn id="230" idx="2"/>
              <a:endCxn id="231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38" name="Straight Arrow Connector 41"/>
            <p:cNvCxnSpPr>
              <a:stCxn id="232" idx="4"/>
              <a:endCxn id="233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39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40" name="Straight Arrow Connector 4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41" name="Straight Arrow Connector 44"/>
            <p:cNvCxnSpPr>
              <a:stCxn id="231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Straight Arrow Connector 10"/>
          <p:cNvCxnSpPr/>
          <p:nvPr/>
        </p:nvCxnSpPr>
        <p:spPr>
          <a:xfrm>
            <a:off x="2066400" y="1686240"/>
            <a:ext cx="3278160" cy="175248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244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5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Airtight 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7"/>
          <p:cNvSpPr/>
          <p:nvPr/>
        </p:nvSpPr>
        <p:spPr>
          <a:xfrm>
            <a:off x="372672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7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6"/>
          <p:cNvSpPr/>
          <p:nvPr/>
        </p:nvSpPr>
        <p:spPr>
          <a:xfrm>
            <a:off x="5997600" y="40582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1"/>
          <p:cNvSpPr/>
          <p:nvPr/>
        </p:nvSpPr>
        <p:spPr>
          <a:xfrm>
            <a:off x="679284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0" name="Oval 2"/>
          <p:cNvSpPr/>
          <p:nvPr/>
        </p:nvSpPr>
        <p:spPr>
          <a:xfrm>
            <a:off x="4269960" y="4644720"/>
            <a:ext cx="1190880" cy="1190880"/>
          </a:xfrm>
          <a:prstGeom prst="ellipse">
            <a:avLst/>
          </a:prstGeom>
          <a:solidFill>
            <a:srgbClr val="00B05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1" name="Oval 14"/>
          <p:cNvSpPr/>
          <p:nvPr/>
        </p:nvSpPr>
        <p:spPr>
          <a:xfrm>
            <a:off x="6118560" y="4644720"/>
            <a:ext cx="1190880" cy="1190880"/>
          </a:xfrm>
          <a:prstGeom prst="ellipse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42699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9"/>
          <p:cNvSpPr/>
          <p:nvPr/>
        </p:nvSpPr>
        <p:spPr>
          <a:xfrm>
            <a:off x="61347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255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58" name="Straight Arrow Connector 35"/>
            <p:cNvCxnSpPr>
              <a:stCxn id="256" idx="4"/>
              <a:endCxn id="257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59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60" name="Straight Arrow Connector 37"/>
            <p:cNvCxnSpPr>
              <a:stCxn id="259" idx="2"/>
              <a:endCxn id="256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61" name="Straight Arrow Connector 38"/>
            <p:cNvCxnSpPr>
              <a:stCxn id="255" idx="2"/>
              <a:endCxn id="259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62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64" name="Straight Arrow Connector 41"/>
            <p:cNvCxnSpPr>
              <a:stCxn id="257" idx="4"/>
              <a:endCxn id="262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65" name="Straight Arrow Connector 42"/>
            <p:cNvCxnSpPr>
              <a:stCxn id="262" idx="4"/>
              <a:endCxn id="263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66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70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71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72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73" name="Elbow Connector 175"/>
            <p:cNvCxnSpPr>
              <a:stCxn id="266" idx="2"/>
              <a:endCxn id="267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74" name="Straight Arrow Connector 51"/>
            <p:cNvCxnSpPr>
              <a:stCxn id="268" idx="4"/>
              <a:endCxn id="269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75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76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77" name="Straight Arrow Connector 54"/>
            <p:cNvCxnSpPr>
              <a:stCxn id="267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Straight Arrow Connector 10"/>
          <p:cNvCxnSpPr>
            <a:stCxn id="280" idx="2"/>
          </p:cNvCxnSpPr>
          <p:nvPr/>
        </p:nvCxnSpPr>
        <p:spPr>
          <a:xfrm>
            <a:off x="2072160" y="1671480"/>
            <a:ext cx="3272400" cy="1767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281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2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Brazing Part and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7"/>
          <p:cNvSpPr/>
          <p:nvPr/>
        </p:nvSpPr>
        <p:spPr>
          <a:xfrm>
            <a:off x="4052880" y="4026240"/>
            <a:ext cx="1405080" cy="2206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2728800" y="3980880"/>
            <a:ext cx="140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BRAZING PART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6"/>
          <p:cNvSpPr/>
          <p:nvPr/>
        </p:nvSpPr>
        <p:spPr>
          <a:xfrm>
            <a:off x="5603040" y="397404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1"/>
          <p:cNvSpPr/>
          <p:nvPr/>
        </p:nvSpPr>
        <p:spPr>
          <a:xfrm>
            <a:off x="6242400" y="4022280"/>
            <a:ext cx="2025360" cy="22464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287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288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0" name="Straight Arrow Connector 35"/>
            <p:cNvCxnSpPr>
              <a:stCxn id="289" idx="4"/>
              <a:endCxn id="280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91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2" name="Straight Arrow Connector 37"/>
            <p:cNvCxnSpPr>
              <a:stCxn id="291" idx="2"/>
              <a:endCxn id="289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93" name="Straight Arrow Connector 38"/>
            <p:cNvCxnSpPr>
              <a:stCxn id="288" idx="2"/>
              <a:endCxn id="291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94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6" name="Straight Arrow Connector 41"/>
            <p:cNvCxnSpPr>
              <a:stCxn id="280" idx="4"/>
              <a:endCxn id="294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297" name="Straight Arrow Connector 42"/>
            <p:cNvCxnSpPr>
              <a:stCxn id="294" idx="4"/>
              <a:endCxn id="295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298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2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03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4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05" name="Elbow Connector 175"/>
            <p:cNvCxnSpPr>
              <a:stCxn id="298" idx="2"/>
              <a:endCxn id="299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06" name="Straight Arrow Connector 51"/>
            <p:cNvCxnSpPr>
              <a:stCxn id="300" idx="4"/>
              <a:endCxn id="301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07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8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09" name="Straight Arrow Connector 54"/>
            <p:cNvCxnSpPr>
              <a:stCxn id="299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310" name="Rectangle 4"/>
          <p:cNvSpPr/>
          <p:nvPr/>
        </p:nvSpPr>
        <p:spPr>
          <a:xfrm>
            <a:off x="8591040" y="4929120"/>
            <a:ext cx="376200" cy="307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1" name="Rectangle 5"/>
          <p:cNvSpPr/>
          <p:nvPr/>
        </p:nvSpPr>
        <p:spPr>
          <a:xfrm>
            <a:off x="8591040" y="541296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2" name="Rectangle 26"/>
          <p:cNvSpPr/>
          <p:nvPr/>
        </p:nvSpPr>
        <p:spPr>
          <a:xfrm>
            <a:off x="4052880" y="4379040"/>
            <a:ext cx="1405080" cy="2206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3" name="TextBox 27"/>
          <p:cNvSpPr/>
          <p:nvPr/>
        </p:nvSpPr>
        <p:spPr>
          <a:xfrm>
            <a:off x="2728800" y="4334040"/>
            <a:ext cx="140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BRAZING PART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8"/>
          <p:cNvSpPr/>
          <p:nvPr/>
        </p:nvSpPr>
        <p:spPr>
          <a:xfrm>
            <a:off x="5603040" y="432684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29"/>
          <p:cNvSpPr/>
          <p:nvPr/>
        </p:nvSpPr>
        <p:spPr>
          <a:xfrm>
            <a:off x="6242400" y="4375080"/>
            <a:ext cx="2025360" cy="22464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6" name="Rectangle 30"/>
          <p:cNvSpPr/>
          <p:nvPr/>
        </p:nvSpPr>
        <p:spPr>
          <a:xfrm>
            <a:off x="4077360" y="4708800"/>
            <a:ext cx="1405080" cy="2206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7" name="TextBox 55"/>
          <p:cNvSpPr/>
          <p:nvPr/>
        </p:nvSpPr>
        <p:spPr>
          <a:xfrm>
            <a:off x="2753640" y="4663800"/>
            <a:ext cx="140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BRAZING PART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62"/>
          <p:cNvSpPr/>
          <p:nvPr/>
        </p:nvSpPr>
        <p:spPr>
          <a:xfrm>
            <a:off x="5627880" y="465696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192"/>
          <p:cNvSpPr/>
          <p:nvPr/>
        </p:nvSpPr>
        <p:spPr>
          <a:xfrm>
            <a:off x="6266880" y="4704840"/>
            <a:ext cx="2025360" cy="22464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0" name="Rectangle 193"/>
          <p:cNvSpPr/>
          <p:nvPr/>
        </p:nvSpPr>
        <p:spPr>
          <a:xfrm>
            <a:off x="4052880" y="5040360"/>
            <a:ext cx="1405080" cy="2206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1" name="TextBox 194"/>
          <p:cNvSpPr/>
          <p:nvPr/>
        </p:nvSpPr>
        <p:spPr>
          <a:xfrm>
            <a:off x="2728800" y="4995360"/>
            <a:ext cx="140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BRAZING PART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95"/>
          <p:cNvSpPr/>
          <p:nvPr/>
        </p:nvSpPr>
        <p:spPr>
          <a:xfrm>
            <a:off x="5603040" y="498852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196"/>
          <p:cNvSpPr/>
          <p:nvPr/>
        </p:nvSpPr>
        <p:spPr>
          <a:xfrm>
            <a:off x="6242400" y="5036400"/>
            <a:ext cx="2025360" cy="22464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4" name="Rectangle 197"/>
          <p:cNvSpPr/>
          <p:nvPr/>
        </p:nvSpPr>
        <p:spPr>
          <a:xfrm>
            <a:off x="4101840" y="5416920"/>
            <a:ext cx="1405080" cy="2206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5" name="TextBox 198"/>
          <p:cNvSpPr/>
          <p:nvPr/>
        </p:nvSpPr>
        <p:spPr>
          <a:xfrm>
            <a:off x="2778120" y="5371920"/>
            <a:ext cx="140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BRAZING PART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99"/>
          <p:cNvSpPr/>
          <p:nvPr/>
        </p:nvSpPr>
        <p:spPr>
          <a:xfrm>
            <a:off x="5652360" y="53650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200"/>
          <p:cNvSpPr/>
          <p:nvPr/>
        </p:nvSpPr>
        <p:spPr>
          <a:xfrm>
            <a:off x="6291720" y="5412960"/>
            <a:ext cx="2025360" cy="22464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8" name="Rectangle 201"/>
          <p:cNvSpPr/>
          <p:nvPr/>
        </p:nvSpPr>
        <p:spPr>
          <a:xfrm>
            <a:off x="4101840" y="5742360"/>
            <a:ext cx="1405080" cy="2206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9" name="TextBox 202"/>
          <p:cNvSpPr/>
          <p:nvPr/>
        </p:nvSpPr>
        <p:spPr>
          <a:xfrm>
            <a:off x="2778120" y="5697000"/>
            <a:ext cx="140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BRAZING PART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03"/>
          <p:cNvSpPr/>
          <p:nvPr/>
        </p:nvSpPr>
        <p:spPr>
          <a:xfrm>
            <a:off x="5652360" y="569016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204"/>
          <p:cNvSpPr/>
          <p:nvPr/>
        </p:nvSpPr>
        <p:spPr>
          <a:xfrm>
            <a:off x="6291720" y="5738400"/>
            <a:ext cx="2025360" cy="22464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Straight Arrow Connector 10"/>
          <p:cNvCxnSpPr/>
          <p:nvPr/>
        </p:nvCxnSpPr>
        <p:spPr>
          <a:xfrm>
            <a:off x="2047320" y="2007000"/>
            <a:ext cx="3297240" cy="14317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334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5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Get Gas Charge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7"/>
          <p:cNvSpPr/>
          <p:nvPr/>
        </p:nvSpPr>
        <p:spPr>
          <a:xfrm>
            <a:off x="4420440" y="4045680"/>
            <a:ext cx="272412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7" name="Rectangle 11"/>
          <p:cNvSpPr/>
          <p:nvPr/>
        </p:nvSpPr>
        <p:spPr>
          <a:xfrm>
            <a:off x="4420440" y="4503960"/>
            <a:ext cx="272412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8" name="Rectangle 13"/>
          <p:cNvSpPr/>
          <p:nvPr/>
        </p:nvSpPr>
        <p:spPr>
          <a:xfrm>
            <a:off x="4982400" y="4949280"/>
            <a:ext cx="1600200" cy="31860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9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6"/>
          <p:cNvSpPr/>
          <p:nvPr/>
        </p:nvSpPr>
        <p:spPr>
          <a:xfrm>
            <a:off x="2920680" y="450396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1"/>
          <p:cNvSpPr/>
          <p:nvPr/>
        </p:nvSpPr>
        <p:spPr>
          <a:xfrm>
            <a:off x="2920680" y="4939200"/>
            <a:ext cx="12661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GET GAS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2" name="Group 30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343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46" name="Straight Arrow Connector 34"/>
            <p:cNvCxnSpPr>
              <a:stCxn id="344" idx="4"/>
              <a:endCxn id="345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47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48" name="Straight Arrow Connector 36"/>
            <p:cNvCxnSpPr>
              <a:stCxn id="347" idx="2"/>
              <a:endCxn id="344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49" name="Straight Arrow Connector 37"/>
            <p:cNvCxnSpPr>
              <a:stCxn id="343" idx="2"/>
              <a:endCxn id="347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50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52" name="Straight Arrow Connector 40"/>
            <p:cNvCxnSpPr>
              <a:stCxn id="345" idx="4"/>
              <a:endCxn id="350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53" name="Straight Arrow Connector 41"/>
            <p:cNvCxnSpPr>
              <a:stCxn id="350" idx="4"/>
              <a:endCxn id="351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54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58" name="Straight Arrow Connector 46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59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60" name="Straight Arrow Connector 48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61" name="Elbow Connector 175"/>
            <p:cNvCxnSpPr>
              <a:stCxn id="354" idx="2"/>
              <a:endCxn id="355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62" name="Straight Arrow Connector 50"/>
            <p:cNvCxnSpPr>
              <a:stCxn id="356" idx="4"/>
              <a:endCxn id="357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63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64" name="Straight Arrow Connector 52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65" name="Straight Arrow Connector 53"/>
            <p:cNvCxnSpPr>
              <a:stCxn id="355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366" name="Rectangle 54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7" name="Rectangle 55"/>
          <p:cNvSpPr/>
          <p:nvPr/>
        </p:nvSpPr>
        <p:spPr>
          <a:xfrm>
            <a:off x="8079840" y="452952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8" name="Rectangle 56"/>
          <p:cNvSpPr/>
          <p:nvPr/>
        </p:nvSpPr>
        <p:spPr>
          <a:xfrm>
            <a:off x="8079840" y="50137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0" name="Straight Arrow Connector 10"/>
          <p:cNvCxnSpPr/>
          <p:nvPr/>
        </p:nvCxnSpPr>
        <p:spPr>
          <a:xfrm>
            <a:off x="2047320" y="2007000"/>
            <a:ext cx="3297240" cy="14317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371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2" name="Rectangle 2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3" name="Rectangle 27"/>
          <p:cNvSpPr/>
          <p:nvPr/>
        </p:nvSpPr>
        <p:spPr>
          <a:xfrm>
            <a:off x="8079840" y="452952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4" name="Rectangle 28"/>
          <p:cNvSpPr/>
          <p:nvPr/>
        </p:nvSpPr>
        <p:spPr>
          <a:xfrm>
            <a:off x="8079840" y="50137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375" name="Table 1"/>
          <p:cNvGraphicFramePr/>
          <p:nvPr/>
        </p:nvGraphicFramePr>
        <p:xfrm>
          <a:off x="2928600" y="3933720"/>
          <a:ext cx="4974840" cy="1955520"/>
        </p:xfrm>
        <a:graphic>
          <a:graphicData uri="http://schemas.openxmlformats.org/drawingml/2006/table">
            <a:tbl>
              <a:tblPr/>
              <a:tblGrid>
                <a:gridCol w="1123560"/>
                <a:gridCol w="1026000"/>
                <a:gridCol w="914400"/>
                <a:gridCol w="941040"/>
                <a:gridCol w="97020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Sequence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Serial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Time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Gas Charge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76" name="Group 7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377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80" name="Straight Arrow Connector 15"/>
            <p:cNvCxnSpPr>
              <a:stCxn id="378" idx="4"/>
              <a:endCxn id="379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81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82" name="Straight Arrow Connector 21"/>
            <p:cNvCxnSpPr>
              <a:stCxn id="381" idx="2"/>
              <a:endCxn id="378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83" name="Straight Arrow Connector 22"/>
            <p:cNvCxnSpPr>
              <a:stCxn id="377" idx="2"/>
              <a:endCxn id="381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84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86" name="Straight Arrow Connector 31"/>
            <p:cNvCxnSpPr>
              <a:stCxn id="379" idx="4"/>
              <a:endCxn id="384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87" name="Straight Arrow Connector 32"/>
            <p:cNvCxnSpPr>
              <a:stCxn id="384" idx="4"/>
              <a:endCxn id="385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88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92" name="Straight Arrow Connector 3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93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94" name="Straight Arrow Connector 3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95" name="Elbow Connector 175"/>
            <p:cNvCxnSpPr>
              <a:stCxn id="388" idx="2"/>
              <a:endCxn id="389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96" name="Straight Arrow Connector 41"/>
            <p:cNvCxnSpPr>
              <a:stCxn id="390" idx="4"/>
              <a:endCxn id="391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397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98" name="Straight Arrow Connector 4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399" name="Straight Arrow Connector 44"/>
            <p:cNvCxnSpPr>
              <a:stCxn id="389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1" name="Straight Arrow Connector 10"/>
          <p:cNvCxnSpPr/>
          <p:nvPr/>
        </p:nvCxnSpPr>
        <p:spPr>
          <a:xfrm>
            <a:off x="2047320" y="2007000"/>
            <a:ext cx="3297240" cy="14317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402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403" name="Table 1"/>
          <p:cNvGraphicFramePr/>
          <p:nvPr/>
        </p:nvGraphicFramePr>
        <p:xfrm>
          <a:off x="2975040" y="3933720"/>
          <a:ext cx="4465080" cy="1955520"/>
        </p:xfrm>
        <a:graphic>
          <a:graphicData uri="http://schemas.openxmlformats.org/drawingml/2006/table">
            <a:tbl>
              <a:tblPr/>
              <a:tblGrid>
                <a:gridCol w="1252800"/>
                <a:gridCol w="1144080"/>
                <a:gridCol w="1019520"/>
                <a:gridCol w="104904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Plan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Variance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04" name="Group 7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405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08" name="Straight Arrow Connector 15"/>
            <p:cNvCxnSpPr>
              <a:stCxn id="406" idx="4"/>
              <a:endCxn id="407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09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10" name="Straight Arrow Connector 21"/>
            <p:cNvCxnSpPr>
              <a:stCxn id="409" idx="2"/>
              <a:endCxn id="406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11" name="Straight Arrow Connector 22"/>
            <p:cNvCxnSpPr>
              <a:stCxn id="405" idx="2"/>
              <a:endCxn id="409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12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14" name="Straight Arrow Connector 31"/>
            <p:cNvCxnSpPr>
              <a:stCxn id="407" idx="4"/>
              <a:endCxn id="412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15" name="Straight Arrow Connector 32"/>
            <p:cNvCxnSpPr>
              <a:stCxn id="412" idx="4"/>
              <a:endCxn id="413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16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20" name="Straight Arrow Connector 3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21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22" name="Straight Arrow Connector 3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23" name="Elbow Connector 175"/>
            <p:cNvCxnSpPr>
              <a:stCxn id="416" idx="2"/>
              <a:endCxn id="417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24" name="Straight Arrow Connector 41"/>
            <p:cNvCxnSpPr>
              <a:stCxn id="418" idx="4"/>
              <a:endCxn id="419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25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26" name="Straight Arrow Connector 4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27" name="Straight Arrow Connector 44"/>
            <p:cNvCxnSpPr>
              <a:stCxn id="417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428" name="Rectangle 4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29" name="Rectangle 46"/>
          <p:cNvSpPr/>
          <p:nvPr/>
        </p:nvSpPr>
        <p:spPr>
          <a:xfrm>
            <a:off x="8079840" y="452952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0" name="Rectangle 47"/>
          <p:cNvSpPr/>
          <p:nvPr/>
        </p:nvSpPr>
        <p:spPr>
          <a:xfrm>
            <a:off x="8079840" y="501372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1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2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33" name="Straight Arrow Connector 10"/>
          <p:cNvCxnSpPr>
            <a:stCxn id="434" idx="2"/>
          </p:cNvCxnSpPr>
          <p:nvPr/>
        </p:nvCxnSpPr>
        <p:spPr>
          <a:xfrm>
            <a:off x="2064960" y="2220480"/>
            <a:ext cx="3279600" cy="1218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435" name="TextBox 21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Safety Parts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2"/>
          <p:cNvSpPr/>
          <p:nvPr/>
        </p:nvSpPr>
        <p:spPr>
          <a:xfrm>
            <a:off x="3434760" y="405720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7" name="Rectangle 3"/>
          <p:cNvSpPr/>
          <p:nvPr/>
        </p:nvSpPr>
        <p:spPr>
          <a:xfrm>
            <a:off x="6187320" y="407196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8" name="Rectangle 7"/>
          <p:cNvSpPr/>
          <p:nvPr/>
        </p:nvSpPr>
        <p:spPr>
          <a:xfrm>
            <a:off x="3434760" y="475884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9" name="Rectangle 11"/>
          <p:cNvSpPr/>
          <p:nvPr/>
        </p:nvSpPr>
        <p:spPr>
          <a:xfrm>
            <a:off x="6187320" y="4771080"/>
            <a:ext cx="1908360" cy="30132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3160080" y="4416840"/>
            <a:ext cx="26294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4"/>
          <p:cNvSpPr/>
          <p:nvPr/>
        </p:nvSpPr>
        <p:spPr>
          <a:xfrm>
            <a:off x="6305760" y="4429080"/>
            <a:ext cx="1671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15"/>
          <p:cNvSpPr/>
          <p:nvPr/>
        </p:nvSpPr>
        <p:spPr>
          <a:xfrm>
            <a:off x="3661200" y="5119200"/>
            <a:ext cx="1499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16"/>
          <p:cNvSpPr/>
          <p:nvPr/>
        </p:nvSpPr>
        <p:spPr>
          <a:xfrm>
            <a:off x="6050160" y="5090760"/>
            <a:ext cx="2183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25"/>
          <p:cNvSpPr/>
          <p:nvPr/>
        </p:nvSpPr>
        <p:spPr>
          <a:xfrm>
            <a:off x="8483760" y="407196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5" name="Rectangle 26"/>
          <p:cNvSpPr/>
          <p:nvPr/>
        </p:nvSpPr>
        <p:spPr>
          <a:xfrm>
            <a:off x="8483760" y="45298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6" name="Rectangle 27"/>
          <p:cNvSpPr/>
          <p:nvPr/>
        </p:nvSpPr>
        <p:spPr>
          <a:xfrm>
            <a:off x="8483760" y="49651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7" name="Rectangle 28"/>
          <p:cNvSpPr/>
          <p:nvPr/>
        </p:nvSpPr>
        <p:spPr>
          <a:xfrm>
            <a:off x="8483760" y="544896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8" name="Rectangle 19"/>
          <p:cNvSpPr/>
          <p:nvPr/>
        </p:nvSpPr>
        <p:spPr>
          <a:xfrm>
            <a:off x="4660560" y="544896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49" name="TextBox 22"/>
          <p:cNvSpPr/>
          <p:nvPr/>
        </p:nvSpPr>
        <p:spPr>
          <a:xfrm>
            <a:off x="4480200" y="5737680"/>
            <a:ext cx="2276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0" name="Group 53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451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54" name="Straight Arrow Connector 33"/>
            <p:cNvCxnSpPr>
              <a:stCxn id="452" idx="4"/>
              <a:endCxn id="453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55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56" name="Straight Arrow Connector 35"/>
            <p:cNvCxnSpPr>
              <a:stCxn id="455" idx="2"/>
              <a:endCxn id="452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57" name="Straight Arrow Connector 36"/>
            <p:cNvCxnSpPr>
              <a:stCxn id="451" idx="2"/>
              <a:endCxn id="455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58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59" name="Straight Arrow Connector 39"/>
            <p:cNvCxnSpPr>
              <a:stCxn id="453" idx="4"/>
              <a:endCxn id="458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60" name="Straight Arrow Connector 40"/>
            <p:cNvCxnSpPr>
              <a:stCxn id="458" idx="4"/>
              <a:endCxn id="434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61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65" name="Straight Arrow Connector 45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66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67" name="Straight Arrow Connector 47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68" name="Elbow Connector 175"/>
            <p:cNvCxnSpPr>
              <a:stCxn id="461" idx="2"/>
              <a:endCxn id="462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69" name="Straight Arrow Connector 49"/>
            <p:cNvCxnSpPr>
              <a:stCxn id="463" idx="4"/>
              <a:endCxn id="464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70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71" name="Straight Arrow Connector 51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72" name="Straight Arrow Connector 52"/>
            <p:cNvCxnSpPr>
              <a:stCxn id="462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4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5" name="Straight Arrow Connector 10"/>
          <p:cNvCxnSpPr>
            <a:stCxn id="476" idx="2"/>
          </p:cNvCxnSpPr>
          <p:nvPr/>
        </p:nvCxnSpPr>
        <p:spPr>
          <a:xfrm>
            <a:off x="2064960" y="2220480"/>
            <a:ext cx="3279600" cy="1218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477" name="TextBox 21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Control Boards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2"/>
          <p:cNvSpPr/>
          <p:nvPr/>
        </p:nvSpPr>
        <p:spPr>
          <a:xfrm>
            <a:off x="3434760" y="405720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79" name="Rectangle 3"/>
          <p:cNvSpPr/>
          <p:nvPr/>
        </p:nvSpPr>
        <p:spPr>
          <a:xfrm>
            <a:off x="6187320" y="4071960"/>
            <a:ext cx="1908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0" name="Rectangle 7"/>
          <p:cNvSpPr/>
          <p:nvPr/>
        </p:nvSpPr>
        <p:spPr>
          <a:xfrm>
            <a:off x="3434760" y="475884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1" name="Rectangle 11"/>
          <p:cNvSpPr/>
          <p:nvPr/>
        </p:nvSpPr>
        <p:spPr>
          <a:xfrm>
            <a:off x="6187320" y="4771080"/>
            <a:ext cx="1908360" cy="30132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2" name="TextBox 13"/>
          <p:cNvSpPr/>
          <p:nvPr/>
        </p:nvSpPr>
        <p:spPr>
          <a:xfrm>
            <a:off x="3255840" y="4412520"/>
            <a:ext cx="2266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14"/>
          <p:cNvSpPr/>
          <p:nvPr/>
        </p:nvSpPr>
        <p:spPr>
          <a:xfrm>
            <a:off x="6305760" y="4429080"/>
            <a:ext cx="1671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15"/>
          <p:cNvSpPr/>
          <p:nvPr/>
        </p:nvSpPr>
        <p:spPr>
          <a:xfrm>
            <a:off x="3188160" y="5094720"/>
            <a:ext cx="24487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CONTROL BOARD 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6"/>
          <p:cNvSpPr/>
          <p:nvPr/>
        </p:nvSpPr>
        <p:spPr>
          <a:xfrm>
            <a:off x="6258240" y="5141160"/>
            <a:ext cx="1766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OUTDOOR BOARD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25"/>
          <p:cNvSpPr/>
          <p:nvPr/>
        </p:nvSpPr>
        <p:spPr>
          <a:xfrm>
            <a:off x="8483760" y="407196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7" name="Rectangle 26"/>
          <p:cNvSpPr/>
          <p:nvPr/>
        </p:nvSpPr>
        <p:spPr>
          <a:xfrm>
            <a:off x="8483760" y="452988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8" name="Rectangle 27"/>
          <p:cNvSpPr/>
          <p:nvPr/>
        </p:nvSpPr>
        <p:spPr>
          <a:xfrm>
            <a:off x="8483760" y="49651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9" name="Rectangle 28"/>
          <p:cNvSpPr/>
          <p:nvPr/>
        </p:nvSpPr>
        <p:spPr>
          <a:xfrm>
            <a:off x="8483760" y="544896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90" name="Rectangle 19"/>
          <p:cNvSpPr/>
          <p:nvPr/>
        </p:nvSpPr>
        <p:spPr>
          <a:xfrm>
            <a:off x="4660560" y="5448960"/>
            <a:ext cx="1908360" cy="2955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91" name="TextBox 22"/>
          <p:cNvSpPr/>
          <p:nvPr/>
        </p:nvSpPr>
        <p:spPr>
          <a:xfrm>
            <a:off x="4701240" y="5756760"/>
            <a:ext cx="18183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AIRCON WIFI 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2" name="Group 29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493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96" name="Straight Arrow Connector 33"/>
            <p:cNvCxnSpPr>
              <a:stCxn id="494" idx="4"/>
              <a:endCxn id="495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497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98" name="Straight Arrow Connector 35"/>
            <p:cNvCxnSpPr>
              <a:stCxn id="497" idx="2"/>
              <a:endCxn id="494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499" name="Straight Arrow Connector 36"/>
            <p:cNvCxnSpPr>
              <a:stCxn id="493" idx="2"/>
              <a:endCxn id="497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00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01" name="Straight Arrow Connector 39"/>
            <p:cNvCxnSpPr>
              <a:stCxn id="495" idx="4"/>
              <a:endCxn id="500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02" name="Straight Arrow Connector 40"/>
            <p:cNvCxnSpPr>
              <a:stCxn id="500" idx="4"/>
              <a:endCxn id="476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03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07" name="Straight Arrow Connector 45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08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09" name="Straight Arrow Connector 47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10" name="Elbow Connector 175"/>
            <p:cNvCxnSpPr>
              <a:stCxn id="503" idx="2"/>
              <a:endCxn id="504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11" name="Straight Arrow Connector 49"/>
            <p:cNvCxnSpPr>
              <a:stCxn id="505" idx="4"/>
              <a:endCxn id="506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12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13" name="Straight Arrow Connector 51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14" name="Straight Arrow Connector 52"/>
            <p:cNvCxnSpPr>
              <a:stCxn id="504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6" name="Straight Arrow Connector 10"/>
          <p:cNvCxnSpPr>
            <a:stCxn id="517" idx="2"/>
          </p:cNvCxnSpPr>
          <p:nvPr/>
        </p:nvCxnSpPr>
        <p:spPr>
          <a:xfrm>
            <a:off x="2064960" y="2220480"/>
            <a:ext cx="3279600" cy="1218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518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9" name="Rectangle 2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20" name="Rectangle 26"/>
          <p:cNvSpPr/>
          <p:nvPr/>
        </p:nvSpPr>
        <p:spPr>
          <a:xfrm>
            <a:off x="8079840" y="450396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21" name="Rectangle 27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22" name="Rectangle 28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23" name="Table 1"/>
          <p:cNvGraphicFramePr/>
          <p:nvPr/>
        </p:nvGraphicFramePr>
        <p:xfrm>
          <a:off x="2975040" y="3963600"/>
          <a:ext cx="4974840" cy="1955520"/>
        </p:xfrm>
        <a:graphic>
          <a:graphicData uri="http://schemas.openxmlformats.org/drawingml/2006/table">
            <a:tbl>
              <a:tblPr/>
              <a:tblGrid>
                <a:gridCol w="1123560"/>
                <a:gridCol w="1026000"/>
                <a:gridCol w="914400"/>
                <a:gridCol w="941040"/>
                <a:gridCol w="97020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Sequence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Serial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Time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Details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4" name="TextBox 29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Details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5" name="Group 30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526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29" name="Straight Arrow Connector 34"/>
            <p:cNvCxnSpPr>
              <a:stCxn id="527" idx="4"/>
              <a:endCxn id="528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30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31" name="Straight Arrow Connector 36"/>
            <p:cNvCxnSpPr>
              <a:stCxn id="530" idx="2"/>
              <a:endCxn id="527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32" name="Straight Arrow Connector 37"/>
            <p:cNvCxnSpPr>
              <a:stCxn id="526" idx="2"/>
              <a:endCxn id="530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33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34" name="Straight Arrow Connector 40"/>
            <p:cNvCxnSpPr>
              <a:stCxn id="528" idx="4"/>
              <a:endCxn id="533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35" name="Straight Arrow Connector 41"/>
            <p:cNvCxnSpPr>
              <a:stCxn id="533" idx="4"/>
              <a:endCxn id="517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36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40" name="Straight Arrow Connector 46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41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42" name="Straight Arrow Connector 48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43" name="Elbow Connector 175"/>
            <p:cNvCxnSpPr>
              <a:stCxn id="536" idx="2"/>
              <a:endCxn id="537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44" name="Straight Arrow Connector 50"/>
            <p:cNvCxnSpPr>
              <a:stCxn id="538" idx="4"/>
              <a:endCxn id="539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45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46" name="Straight Arrow Connector 52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47" name="Straight Arrow Connector 53"/>
            <p:cNvCxnSpPr>
              <a:stCxn id="537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pic>
        <p:nvPicPr>
          <p:cNvPr id="548" name="Picture 3"/>
          <p:cNvPicPr/>
          <p:nvPr/>
        </p:nvPicPr>
        <p:blipFill>
          <a:blip r:embed="rId1"/>
          <a:stretch/>
        </p:blipFill>
        <p:spPr>
          <a:xfrm>
            <a:off x="7295040" y="426024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549" name="Picture 4"/>
          <p:cNvPicPr/>
          <p:nvPr/>
        </p:nvPicPr>
        <p:blipFill>
          <a:blip r:embed="rId2"/>
          <a:stretch/>
        </p:blipFill>
        <p:spPr>
          <a:xfrm>
            <a:off x="7295040" y="452448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550" name="Picture 5"/>
          <p:cNvPicPr/>
          <p:nvPr/>
        </p:nvPicPr>
        <p:blipFill>
          <a:blip r:embed="rId3"/>
          <a:stretch/>
        </p:blipFill>
        <p:spPr>
          <a:xfrm>
            <a:off x="7295040" y="476712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551" name="Picture 6"/>
          <p:cNvPicPr/>
          <p:nvPr/>
        </p:nvPicPr>
        <p:blipFill>
          <a:blip r:embed="rId4"/>
          <a:stretch/>
        </p:blipFill>
        <p:spPr>
          <a:xfrm>
            <a:off x="7287840" y="500724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552" name="Picture 7"/>
          <p:cNvPicPr/>
          <p:nvPr/>
        </p:nvPicPr>
        <p:blipFill>
          <a:blip r:embed="rId5"/>
          <a:stretch/>
        </p:blipFill>
        <p:spPr>
          <a:xfrm>
            <a:off x="7287840" y="522072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553" name="Picture 8"/>
          <p:cNvPicPr/>
          <p:nvPr/>
        </p:nvPicPr>
        <p:blipFill>
          <a:blip r:embed="rId6"/>
          <a:stretch/>
        </p:blipFill>
        <p:spPr>
          <a:xfrm>
            <a:off x="7287840" y="548496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  <p:pic>
        <p:nvPicPr>
          <p:cNvPr id="554" name="Picture 9"/>
          <p:cNvPicPr/>
          <p:nvPr/>
        </p:nvPicPr>
        <p:blipFill>
          <a:blip r:embed="rId7"/>
          <a:stretch/>
        </p:blipFill>
        <p:spPr>
          <a:xfrm>
            <a:off x="7295040" y="5730840"/>
            <a:ext cx="294480" cy="132480"/>
          </a:xfrm>
          <a:prstGeom prst="rect">
            <a:avLst/>
          </a:prstGeom>
          <a:noFill/>
          <a:ln cap="sq" w="12700">
            <a:solidFill>
              <a:srgbClr val="000000"/>
            </a:solidFill>
            <a:miter/>
          </a:ln>
          <a:effectLst>
            <a:outerShdw algn="tl" blurRad="57240" dir="2700000" dist="49893" rotWithShape="0">
              <a:srgbClr val="000000">
                <a:alpha val="4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6" name="Straight Arrow Connector 10"/>
          <p:cNvCxnSpPr>
            <a:stCxn id="557" idx="2"/>
          </p:cNvCxnSpPr>
          <p:nvPr/>
        </p:nvCxnSpPr>
        <p:spPr>
          <a:xfrm>
            <a:off x="2064960" y="2220480"/>
            <a:ext cx="3279600" cy="1218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558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9" name="Rectangle 2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60" name="Rectangle 26"/>
          <p:cNvSpPr/>
          <p:nvPr/>
        </p:nvSpPr>
        <p:spPr>
          <a:xfrm>
            <a:off x="8079840" y="450396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61" name="Rectangle 27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62" name="Rectangle 28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563" name="Table 1"/>
          <p:cNvGraphicFramePr/>
          <p:nvPr/>
        </p:nvGraphicFramePr>
        <p:xfrm>
          <a:off x="2975040" y="4045680"/>
          <a:ext cx="4465080" cy="1955520"/>
        </p:xfrm>
        <a:graphic>
          <a:graphicData uri="http://schemas.openxmlformats.org/drawingml/2006/table">
            <a:tbl>
              <a:tblPr/>
              <a:tblGrid>
                <a:gridCol w="1252800"/>
                <a:gridCol w="1144080"/>
                <a:gridCol w="1019520"/>
                <a:gridCol w="104904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Plan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Variance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64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Schedule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5" name="Group 7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566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69" name="Straight Arrow Connector 15"/>
            <p:cNvCxnSpPr>
              <a:stCxn id="567" idx="4"/>
              <a:endCxn id="568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70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71" name="Straight Arrow Connector 21"/>
            <p:cNvCxnSpPr>
              <a:stCxn id="570" idx="2"/>
              <a:endCxn id="567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72" name="Straight Arrow Connector 22"/>
            <p:cNvCxnSpPr>
              <a:stCxn id="566" idx="2"/>
              <a:endCxn id="570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73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74" name="Straight Arrow Connector 31"/>
            <p:cNvCxnSpPr>
              <a:stCxn id="568" idx="4"/>
              <a:endCxn id="573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75" name="Straight Arrow Connector 32"/>
            <p:cNvCxnSpPr>
              <a:stCxn id="573" idx="4"/>
              <a:endCxn id="557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76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80" name="Straight Arrow Connector 3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81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82" name="Straight Arrow Connector 3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83" name="Elbow Connector 175"/>
            <p:cNvCxnSpPr>
              <a:stCxn id="576" idx="2"/>
              <a:endCxn id="577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84" name="Straight Arrow Connector 41"/>
            <p:cNvCxnSpPr>
              <a:stCxn id="578" idx="4"/>
              <a:endCxn id="579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85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86" name="Straight Arrow Connector 4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587" name="Straight Arrow Connector 44"/>
            <p:cNvCxnSpPr>
              <a:stCxn id="577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89" name="Straight Arrow Connector 10"/>
          <p:cNvCxnSpPr>
            <a:stCxn id="590" idx="2"/>
          </p:cNvCxnSpPr>
          <p:nvPr/>
        </p:nvCxnSpPr>
        <p:spPr>
          <a:xfrm>
            <a:off x="2064960" y="2515320"/>
            <a:ext cx="3279600" cy="92340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591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2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Wiring and Construction Inspection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7"/>
          <p:cNvSpPr/>
          <p:nvPr/>
        </p:nvSpPr>
        <p:spPr>
          <a:xfrm>
            <a:off x="372672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94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16"/>
          <p:cNvSpPr/>
          <p:nvPr/>
        </p:nvSpPr>
        <p:spPr>
          <a:xfrm>
            <a:off x="5997600" y="40582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1"/>
          <p:cNvSpPr/>
          <p:nvPr/>
        </p:nvSpPr>
        <p:spPr>
          <a:xfrm>
            <a:off x="679284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97" name="Oval 2"/>
          <p:cNvSpPr/>
          <p:nvPr/>
        </p:nvSpPr>
        <p:spPr>
          <a:xfrm>
            <a:off x="4269960" y="4644720"/>
            <a:ext cx="1190880" cy="1190880"/>
          </a:xfrm>
          <a:prstGeom prst="ellipse">
            <a:avLst/>
          </a:prstGeom>
          <a:solidFill>
            <a:srgbClr val="00B05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98" name="Oval 14"/>
          <p:cNvSpPr/>
          <p:nvPr/>
        </p:nvSpPr>
        <p:spPr>
          <a:xfrm>
            <a:off x="6118560" y="4644720"/>
            <a:ext cx="1190880" cy="1190880"/>
          </a:xfrm>
          <a:prstGeom prst="ellipse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99" name="TextBox 22"/>
          <p:cNvSpPr/>
          <p:nvPr/>
        </p:nvSpPr>
        <p:spPr>
          <a:xfrm>
            <a:off x="42699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29"/>
          <p:cNvSpPr/>
          <p:nvPr/>
        </p:nvSpPr>
        <p:spPr>
          <a:xfrm>
            <a:off x="61347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1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602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05" name="Straight Arrow Connector 35"/>
            <p:cNvCxnSpPr>
              <a:stCxn id="603" idx="4"/>
              <a:endCxn id="604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06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07" name="Straight Arrow Connector 37"/>
            <p:cNvCxnSpPr>
              <a:stCxn id="606" idx="2"/>
              <a:endCxn id="603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08" name="Straight Arrow Connector 38"/>
            <p:cNvCxnSpPr>
              <a:stCxn id="602" idx="2"/>
              <a:endCxn id="606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09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11" name="Straight Arrow Connector 41"/>
            <p:cNvCxnSpPr>
              <a:stCxn id="604" idx="4"/>
              <a:endCxn id="609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12" name="Straight Arrow Connector 42"/>
            <p:cNvCxnSpPr>
              <a:stCxn id="609" idx="4"/>
              <a:endCxn id="610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590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16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17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18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19" name="Elbow Connector 175"/>
            <p:cNvCxnSpPr>
              <a:stCxn id="590" idx="2"/>
              <a:endCxn id="613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20" name="Straight Arrow Connector 51"/>
            <p:cNvCxnSpPr>
              <a:stCxn id="614" idx="4"/>
              <a:endCxn id="615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21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22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23" name="Straight Arrow Connector 54"/>
            <p:cNvCxnSpPr>
              <a:stCxn id="613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25" name="Straight Arrow Connector 10"/>
          <p:cNvCxnSpPr>
            <a:stCxn id="626" idx="2"/>
          </p:cNvCxnSpPr>
          <p:nvPr/>
        </p:nvCxnSpPr>
        <p:spPr>
          <a:xfrm>
            <a:off x="4257360" y="967680"/>
            <a:ext cx="1087200" cy="24710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627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8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Inspection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ectangle 7"/>
          <p:cNvSpPr/>
          <p:nvPr/>
        </p:nvSpPr>
        <p:spPr>
          <a:xfrm>
            <a:off x="372672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30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16"/>
          <p:cNvSpPr/>
          <p:nvPr/>
        </p:nvSpPr>
        <p:spPr>
          <a:xfrm>
            <a:off x="5997600" y="40582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Rectangle 1"/>
          <p:cNvSpPr/>
          <p:nvPr/>
        </p:nvSpPr>
        <p:spPr>
          <a:xfrm>
            <a:off x="679284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33" name="Oval 2"/>
          <p:cNvSpPr/>
          <p:nvPr/>
        </p:nvSpPr>
        <p:spPr>
          <a:xfrm>
            <a:off x="4269960" y="4644720"/>
            <a:ext cx="1190880" cy="1190880"/>
          </a:xfrm>
          <a:prstGeom prst="ellipse">
            <a:avLst/>
          </a:prstGeom>
          <a:solidFill>
            <a:srgbClr val="00B05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34" name="Oval 14"/>
          <p:cNvSpPr/>
          <p:nvPr/>
        </p:nvSpPr>
        <p:spPr>
          <a:xfrm>
            <a:off x="6118560" y="4644720"/>
            <a:ext cx="1190880" cy="1190880"/>
          </a:xfrm>
          <a:prstGeom prst="ellipse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35" name="TextBox 22"/>
          <p:cNvSpPr/>
          <p:nvPr/>
        </p:nvSpPr>
        <p:spPr>
          <a:xfrm>
            <a:off x="42699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29"/>
          <p:cNvSpPr/>
          <p:nvPr/>
        </p:nvSpPr>
        <p:spPr>
          <a:xfrm>
            <a:off x="61347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7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638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41" name="Straight Arrow Connector 35"/>
            <p:cNvCxnSpPr>
              <a:stCxn id="639" idx="4"/>
              <a:endCxn id="640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42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43" name="Straight Arrow Connector 37"/>
            <p:cNvCxnSpPr>
              <a:stCxn id="642" idx="2"/>
              <a:endCxn id="639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44" name="Straight Arrow Connector 38"/>
            <p:cNvCxnSpPr>
              <a:stCxn id="638" idx="2"/>
              <a:endCxn id="642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45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47" name="Straight Arrow Connector 41"/>
            <p:cNvCxnSpPr>
              <a:stCxn id="640" idx="4"/>
              <a:endCxn id="645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48" name="Straight Arrow Connector 42"/>
            <p:cNvCxnSpPr>
              <a:stCxn id="645" idx="4"/>
              <a:endCxn id="646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49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52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53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54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55" name="Elbow Connector 175"/>
            <p:cNvCxnSpPr>
              <a:stCxn id="649" idx="2"/>
              <a:endCxn id="626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56" name="Straight Arrow Connector 51"/>
            <p:cNvCxnSpPr>
              <a:stCxn id="650" idx="4"/>
              <a:endCxn id="651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57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58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59" name="Straight Arrow Connector 54"/>
            <p:cNvCxnSpPr>
              <a:stCxn id="626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660" name="Rectangle 4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1" name="Rectangle 5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63" name="Straight Arrow Connector 10"/>
          <p:cNvCxnSpPr>
            <a:stCxn id="664" idx="2"/>
          </p:cNvCxnSpPr>
          <p:nvPr/>
        </p:nvCxnSpPr>
        <p:spPr>
          <a:xfrm>
            <a:off x="4257360" y="967680"/>
            <a:ext cx="1087200" cy="24710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665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6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Inspection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Rectangle 7"/>
          <p:cNvSpPr/>
          <p:nvPr/>
        </p:nvSpPr>
        <p:spPr>
          <a:xfrm>
            <a:off x="372672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8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6"/>
          <p:cNvSpPr/>
          <p:nvPr/>
        </p:nvSpPr>
        <p:spPr>
          <a:xfrm>
            <a:off x="5997600" y="40582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1"/>
          <p:cNvSpPr/>
          <p:nvPr/>
        </p:nvSpPr>
        <p:spPr>
          <a:xfrm>
            <a:off x="679284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671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672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75" name="Straight Arrow Connector 35"/>
            <p:cNvCxnSpPr>
              <a:stCxn id="673" idx="4"/>
              <a:endCxn id="674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76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77" name="Straight Arrow Connector 37"/>
            <p:cNvCxnSpPr>
              <a:stCxn id="676" idx="2"/>
              <a:endCxn id="673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78" name="Straight Arrow Connector 38"/>
            <p:cNvCxnSpPr>
              <a:stCxn id="672" idx="2"/>
              <a:endCxn id="676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79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81" name="Straight Arrow Connector 41"/>
            <p:cNvCxnSpPr>
              <a:stCxn id="674" idx="4"/>
              <a:endCxn id="679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82" name="Straight Arrow Connector 42"/>
            <p:cNvCxnSpPr>
              <a:stCxn id="679" idx="4"/>
              <a:endCxn id="680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83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86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87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88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89" name="Elbow Connector 175"/>
            <p:cNvCxnSpPr>
              <a:stCxn id="683" idx="2"/>
              <a:endCxn id="664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90" name="Straight Arrow Connector 51"/>
            <p:cNvCxnSpPr>
              <a:stCxn id="684" idx="4"/>
              <a:endCxn id="685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691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92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693" name="Straight Arrow Connector 54"/>
            <p:cNvCxnSpPr>
              <a:stCxn id="664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694" name="Rectangle 4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5" name="Rectangle 5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6" name="Rectangle 6"/>
          <p:cNvSpPr/>
          <p:nvPr/>
        </p:nvSpPr>
        <p:spPr>
          <a:xfrm>
            <a:off x="3711960" y="4581000"/>
            <a:ext cx="569520" cy="2883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7" name="TextBox 8"/>
          <p:cNvSpPr/>
          <p:nvPr/>
        </p:nvSpPr>
        <p:spPr>
          <a:xfrm>
            <a:off x="2751480" y="4580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CURRENT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9"/>
          <p:cNvSpPr/>
          <p:nvPr/>
        </p:nvSpPr>
        <p:spPr>
          <a:xfrm>
            <a:off x="3697560" y="4975560"/>
            <a:ext cx="583920" cy="30780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9" name="TextBox 11"/>
          <p:cNvSpPr/>
          <p:nvPr/>
        </p:nvSpPr>
        <p:spPr>
          <a:xfrm>
            <a:off x="2922120" y="498672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12"/>
          <p:cNvSpPr/>
          <p:nvPr/>
        </p:nvSpPr>
        <p:spPr>
          <a:xfrm>
            <a:off x="3697560" y="5402880"/>
            <a:ext cx="583920" cy="2937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1" name="TextBox 13"/>
          <p:cNvSpPr/>
          <p:nvPr/>
        </p:nvSpPr>
        <p:spPr>
          <a:xfrm>
            <a:off x="2710080" y="541332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TEMP. DIFF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56"/>
          <p:cNvSpPr/>
          <p:nvPr/>
        </p:nvSpPr>
        <p:spPr>
          <a:xfrm>
            <a:off x="5326920" y="4570920"/>
            <a:ext cx="569520" cy="2883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3" name="TextBox 57"/>
          <p:cNvSpPr/>
          <p:nvPr/>
        </p:nvSpPr>
        <p:spPr>
          <a:xfrm>
            <a:off x="4294440" y="457056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CURRENT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Rectangle 58"/>
          <p:cNvSpPr/>
          <p:nvPr/>
        </p:nvSpPr>
        <p:spPr>
          <a:xfrm>
            <a:off x="5384880" y="4965480"/>
            <a:ext cx="583920" cy="30780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5" name="TextBox 59"/>
          <p:cNvSpPr/>
          <p:nvPr/>
        </p:nvSpPr>
        <p:spPr>
          <a:xfrm>
            <a:off x="4465440" y="49766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60"/>
          <p:cNvSpPr/>
          <p:nvPr/>
        </p:nvSpPr>
        <p:spPr>
          <a:xfrm>
            <a:off x="5384880" y="5392800"/>
            <a:ext cx="583920" cy="2937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7" name="TextBox 61"/>
          <p:cNvSpPr/>
          <p:nvPr/>
        </p:nvSpPr>
        <p:spPr>
          <a:xfrm>
            <a:off x="4253040" y="54032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TEMP. DIFF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8" name="Picture 191"/>
          <p:cNvPicPr/>
          <p:nvPr/>
        </p:nvPicPr>
        <p:blipFill>
          <a:blip r:embed="rId1"/>
          <a:stretch/>
        </p:blipFill>
        <p:spPr>
          <a:xfrm>
            <a:off x="6285960" y="4495320"/>
            <a:ext cx="1269360" cy="147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0" name="Straight Arrow Connector 10"/>
          <p:cNvCxnSpPr>
            <a:stCxn id="711" idx="2"/>
          </p:cNvCxnSpPr>
          <p:nvPr/>
        </p:nvCxnSpPr>
        <p:spPr>
          <a:xfrm>
            <a:off x="4261680" y="1258200"/>
            <a:ext cx="1082880" cy="21805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712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13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Inspection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Rectangle 7"/>
          <p:cNvSpPr/>
          <p:nvPr/>
        </p:nvSpPr>
        <p:spPr>
          <a:xfrm>
            <a:off x="372672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5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16"/>
          <p:cNvSpPr/>
          <p:nvPr/>
        </p:nvSpPr>
        <p:spPr>
          <a:xfrm>
            <a:off x="5997600" y="40582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Rectangle 1"/>
          <p:cNvSpPr/>
          <p:nvPr/>
        </p:nvSpPr>
        <p:spPr>
          <a:xfrm>
            <a:off x="679284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8" name="Oval 2"/>
          <p:cNvSpPr/>
          <p:nvPr/>
        </p:nvSpPr>
        <p:spPr>
          <a:xfrm>
            <a:off x="4269960" y="4644720"/>
            <a:ext cx="1190880" cy="1190880"/>
          </a:xfrm>
          <a:prstGeom prst="ellipse">
            <a:avLst/>
          </a:prstGeom>
          <a:solidFill>
            <a:srgbClr val="00B05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9" name="Oval 14"/>
          <p:cNvSpPr/>
          <p:nvPr/>
        </p:nvSpPr>
        <p:spPr>
          <a:xfrm>
            <a:off x="6118560" y="4644720"/>
            <a:ext cx="1190880" cy="1190880"/>
          </a:xfrm>
          <a:prstGeom prst="ellipse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20" name="TextBox 22"/>
          <p:cNvSpPr/>
          <p:nvPr/>
        </p:nvSpPr>
        <p:spPr>
          <a:xfrm>
            <a:off x="42699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29"/>
          <p:cNvSpPr/>
          <p:nvPr/>
        </p:nvSpPr>
        <p:spPr>
          <a:xfrm>
            <a:off x="6134760" y="508644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2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723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26" name="Straight Arrow Connector 35"/>
            <p:cNvCxnSpPr>
              <a:stCxn id="724" idx="4"/>
              <a:endCxn id="725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27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28" name="Straight Arrow Connector 37"/>
            <p:cNvCxnSpPr>
              <a:stCxn id="727" idx="2"/>
              <a:endCxn id="724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29" name="Straight Arrow Connector 38"/>
            <p:cNvCxnSpPr>
              <a:stCxn id="723" idx="2"/>
              <a:endCxn id="727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30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32" name="Straight Arrow Connector 41"/>
            <p:cNvCxnSpPr>
              <a:stCxn id="725" idx="4"/>
              <a:endCxn id="730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33" name="Straight Arrow Connector 42"/>
            <p:cNvCxnSpPr>
              <a:stCxn id="730" idx="4"/>
              <a:endCxn id="731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34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37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38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39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40" name="Elbow Connector 175"/>
            <p:cNvCxnSpPr>
              <a:stCxn id="734" idx="2"/>
              <a:endCxn id="735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41" name="Straight Arrow Connector 51"/>
            <p:cNvCxnSpPr>
              <a:stCxn id="711" idx="4"/>
              <a:endCxn id="736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42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43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44" name="Straight Arrow Connector 54"/>
            <p:cNvCxnSpPr>
              <a:stCxn id="735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745" name="Rectangle 4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46" name="Rectangle 5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8" name="Straight Arrow Connector 10"/>
          <p:cNvCxnSpPr>
            <a:stCxn id="749" idx="2"/>
          </p:cNvCxnSpPr>
          <p:nvPr/>
        </p:nvCxnSpPr>
        <p:spPr>
          <a:xfrm>
            <a:off x="4261680" y="1258200"/>
            <a:ext cx="1082880" cy="21805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750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1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Inspection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Rectangle 7"/>
          <p:cNvSpPr/>
          <p:nvPr/>
        </p:nvSpPr>
        <p:spPr>
          <a:xfrm>
            <a:off x="372672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3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16"/>
          <p:cNvSpPr/>
          <p:nvPr/>
        </p:nvSpPr>
        <p:spPr>
          <a:xfrm>
            <a:off x="5997600" y="4058280"/>
            <a:ext cx="1240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1"/>
          <p:cNvSpPr/>
          <p:nvPr/>
        </p:nvSpPr>
        <p:spPr>
          <a:xfrm>
            <a:off x="6792840" y="4058280"/>
            <a:ext cx="202536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756" name="Group 31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757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60" name="Straight Arrow Connector 35"/>
            <p:cNvCxnSpPr>
              <a:stCxn id="758" idx="4"/>
              <a:endCxn id="759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61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62" name="Straight Arrow Connector 37"/>
            <p:cNvCxnSpPr>
              <a:stCxn id="761" idx="2"/>
              <a:endCxn id="758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63" name="Straight Arrow Connector 38"/>
            <p:cNvCxnSpPr>
              <a:stCxn id="757" idx="2"/>
              <a:endCxn id="761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64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66" name="Straight Arrow Connector 41"/>
            <p:cNvCxnSpPr>
              <a:stCxn id="759" idx="4"/>
              <a:endCxn id="764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67" name="Straight Arrow Connector 42"/>
            <p:cNvCxnSpPr>
              <a:stCxn id="764" idx="4"/>
              <a:endCxn id="765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68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71" name="Straight Arrow Connector 4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72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73" name="Straight Arrow Connector 4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74" name="Elbow Connector 175"/>
            <p:cNvCxnSpPr>
              <a:stCxn id="768" idx="2"/>
              <a:endCxn id="769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75" name="Straight Arrow Connector 51"/>
            <p:cNvCxnSpPr>
              <a:stCxn id="749" idx="4"/>
              <a:endCxn id="770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776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77" name="Straight Arrow Connector 5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778" name="Straight Arrow Connector 54"/>
            <p:cNvCxnSpPr>
              <a:stCxn id="769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779" name="Rectangle 4"/>
          <p:cNvSpPr/>
          <p:nvPr/>
        </p:nvSpPr>
        <p:spPr>
          <a:xfrm>
            <a:off x="8079840" y="4939200"/>
            <a:ext cx="376200" cy="307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0" name="Rectangle 5"/>
          <p:cNvSpPr/>
          <p:nvPr/>
        </p:nvSpPr>
        <p:spPr>
          <a:xfrm>
            <a:off x="8079840" y="542304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1" name="Rectangle 6"/>
          <p:cNvSpPr/>
          <p:nvPr/>
        </p:nvSpPr>
        <p:spPr>
          <a:xfrm>
            <a:off x="3800880" y="4990320"/>
            <a:ext cx="569520" cy="2883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2" name="TextBox 8"/>
          <p:cNvSpPr/>
          <p:nvPr/>
        </p:nvSpPr>
        <p:spPr>
          <a:xfrm>
            <a:off x="2840400" y="498960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CURRENT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Rectangle 56"/>
          <p:cNvSpPr/>
          <p:nvPr/>
        </p:nvSpPr>
        <p:spPr>
          <a:xfrm>
            <a:off x="5344200" y="4980240"/>
            <a:ext cx="569520" cy="28836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4" name="TextBox 57"/>
          <p:cNvSpPr/>
          <p:nvPr/>
        </p:nvSpPr>
        <p:spPr>
          <a:xfrm>
            <a:off x="4383720" y="497952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CURRENT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5" name="Picture 191"/>
          <p:cNvPicPr/>
          <p:nvPr/>
        </p:nvPicPr>
        <p:blipFill>
          <a:blip r:embed="rId1"/>
          <a:stretch/>
        </p:blipFill>
        <p:spPr>
          <a:xfrm>
            <a:off x="6177960" y="4495320"/>
            <a:ext cx="1269360" cy="147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7" name="Straight Arrow Connector 10"/>
          <p:cNvCxnSpPr>
            <a:stCxn id="788" idx="2"/>
          </p:cNvCxnSpPr>
          <p:nvPr/>
        </p:nvCxnSpPr>
        <p:spPr>
          <a:xfrm>
            <a:off x="4261680" y="1671480"/>
            <a:ext cx="1082880" cy="1767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789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0" name="TextBox 3"/>
          <p:cNvSpPr/>
          <p:nvPr/>
        </p:nvSpPr>
        <p:spPr>
          <a:xfrm>
            <a:off x="2753640" y="366624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Scan Model and CC Case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Rectangle 7"/>
          <p:cNvSpPr/>
          <p:nvPr/>
        </p:nvSpPr>
        <p:spPr>
          <a:xfrm>
            <a:off x="4420440" y="4045680"/>
            <a:ext cx="272412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2" name="Rectangle 11"/>
          <p:cNvSpPr/>
          <p:nvPr/>
        </p:nvSpPr>
        <p:spPr>
          <a:xfrm>
            <a:off x="4420440" y="4503960"/>
            <a:ext cx="2724120" cy="30708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3" name="Rectangle 13"/>
          <p:cNvSpPr/>
          <p:nvPr/>
        </p:nvSpPr>
        <p:spPr>
          <a:xfrm>
            <a:off x="4982400" y="4949280"/>
            <a:ext cx="1600200" cy="318600"/>
          </a:xfrm>
          <a:prstGeom prst="rect">
            <a:avLst/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4" name="TextBox 15"/>
          <p:cNvSpPr/>
          <p:nvPr/>
        </p:nvSpPr>
        <p:spPr>
          <a:xfrm>
            <a:off x="2920680" y="4058280"/>
            <a:ext cx="1190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16"/>
          <p:cNvSpPr/>
          <p:nvPr/>
        </p:nvSpPr>
        <p:spPr>
          <a:xfrm>
            <a:off x="2920680" y="4503960"/>
            <a:ext cx="42238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Box 21"/>
          <p:cNvSpPr/>
          <p:nvPr/>
        </p:nvSpPr>
        <p:spPr>
          <a:xfrm>
            <a:off x="2920680" y="4939200"/>
            <a:ext cx="12661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CC. Case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7" name="Group 30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798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01" name="Straight Arrow Connector 34"/>
            <p:cNvCxnSpPr>
              <a:stCxn id="799" idx="4"/>
              <a:endCxn id="800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02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03" name="Straight Arrow Connector 36"/>
            <p:cNvCxnSpPr>
              <a:stCxn id="802" idx="2"/>
              <a:endCxn id="799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04" name="Straight Arrow Connector 37"/>
            <p:cNvCxnSpPr>
              <a:stCxn id="798" idx="2"/>
              <a:endCxn id="802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05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07" name="Straight Arrow Connector 40"/>
            <p:cNvCxnSpPr>
              <a:stCxn id="800" idx="4"/>
              <a:endCxn id="805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08" name="Straight Arrow Connector 41"/>
            <p:cNvCxnSpPr>
              <a:stCxn id="805" idx="4"/>
              <a:endCxn id="806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09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12" name="Straight Arrow Connector 46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13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14" name="Straight Arrow Connector 48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15" name="Elbow Connector 175"/>
            <p:cNvCxnSpPr>
              <a:stCxn id="809" idx="2"/>
              <a:endCxn id="810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16" name="Straight Arrow Connector 50"/>
            <p:cNvCxnSpPr>
              <a:stCxn id="811" idx="4"/>
              <a:endCxn id="788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17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18" name="Straight Arrow Connector 52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19" name="Straight Arrow Connector 53"/>
            <p:cNvCxnSpPr>
              <a:stCxn id="810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820" name="Rectangle 54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1" name="Rectangle 55"/>
          <p:cNvSpPr/>
          <p:nvPr/>
        </p:nvSpPr>
        <p:spPr>
          <a:xfrm>
            <a:off x="8079840" y="452952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2" name="Rectangle 56"/>
          <p:cNvSpPr/>
          <p:nvPr/>
        </p:nvSpPr>
        <p:spPr>
          <a:xfrm>
            <a:off x="8079840" y="50137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24" name="Straight Arrow Connector 10"/>
          <p:cNvCxnSpPr>
            <a:stCxn id="825" idx="2"/>
          </p:cNvCxnSpPr>
          <p:nvPr/>
        </p:nvCxnSpPr>
        <p:spPr>
          <a:xfrm>
            <a:off x="4261680" y="1671480"/>
            <a:ext cx="1082880" cy="1767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826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27" name="Rectangle 2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8" name="Rectangle 27"/>
          <p:cNvSpPr/>
          <p:nvPr/>
        </p:nvSpPr>
        <p:spPr>
          <a:xfrm>
            <a:off x="8079840" y="452952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9" name="Rectangle 28"/>
          <p:cNvSpPr/>
          <p:nvPr/>
        </p:nvSpPr>
        <p:spPr>
          <a:xfrm>
            <a:off x="8079840" y="501372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30" name="Table 1"/>
          <p:cNvGraphicFramePr/>
          <p:nvPr/>
        </p:nvGraphicFramePr>
        <p:xfrm>
          <a:off x="2928600" y="3933720"/>
          <a:ext cx="4974840" cy="1955520"/>
        </p:xfrm>
        <a:graphic>
          <a:graphicData uri="http://schemas.openxmlformats.org/drawingml/2006/table">
            <a:tbl>
              <a:tblPr/>
              <a:tblGrid>
                <a:gridCol w="1123560"/>
                <a:gridCol w="1026000"/>
                <a:gridCol w="914400"/>
                <a:gridCol w="941040"/>
                <a:gridCol w="97020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Sequence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Serial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Time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Gas Charge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31" name="Group 7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832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5" name="Straight Arrow Connector 15"/>
            <p:cNvCxnSpPr>
              <a:stCxn id="833" idx="4"/>
              <a:endCxn id="834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36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7" name="Straight Arrow Connector 21"/>
            <p:cNvCxnSpPr>
              <a:stCxn id="836" idx="2"/>
              <a:endCxn id="833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38" name="Straight Arrow Connector 22"/>
            <p:cNvCxnSpPr>
              <a:stCxn id="832" idx="2"/>
              <a:endCxn id="836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39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1" name="Straight Arrow Connector 31"/>
            <p:cNvCxnSpPr>
              <a:stCxn id="834" idx="4"/>
              <a:endCxn id="839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42" name="Straight Arrow Connector 32"/>
            <p:cNvCxnSpPr>
              <a:stCxn id="839" idx="4"/>
              <a:endCxn id="840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43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5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6" name="Straight Arrow Connector 3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47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8" name="Straight Arrow Connector 3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49" name="Elbow Connector 175"/>
            <p:cNvCxnSpPr>
              <a:stCxn id="843" idx="2"/>
              <a:endCxn id="844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50" name="Straight Arrow Connector 41"/>
            <p:cNvCxnSpPr>
              <a:stCxn id="845" idx="4"/>
              <a:endCxn id="825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51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52" name="Straight Arrow Connector 4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53" name="Straight Arrow Connector 44"/>
            <p:cNvCxnSpPr>
              <a:stCxn id="844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55" name="Straight Arrow Connector 10"/>
          <p:cNvCxnSpPr>
            <a:stCxn id="856" idx="2"/>
          </p:cNvCxnSpPr>
          <p:nvPr/>
        </p:nvCxnSpPr>
        <p:spPr>
          <a:xfrm>
            <a:off x="4261680" y="1671480"/>
            <a:ext cx="1082880" cy="176724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857" name="Rectangle 19"/>
          <p:cNvSpPr/>
          <p:nvPr/>
        </p:nvSpPr>
        <p:spPr>
          <a:xfrm>
            <a:off x="2753640" y="3614400"/>
            <a:ext cx="6487200" cy="2499840"/>
          </a:xfrm>
          <a:prstGeom prst="rect">
            <a:avLst/>
          </a:prstGeom>
          <a:solidFill>
            <a:schemeClr val="bg2"/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58" name="Table 1"/>
          <p:cNvGraphicFramePr/>
          <p:nvPr/>
        </p:nvGraphicFramePr>
        <p:xfrm>
          <a:off x="2975040" y="3933720"/>
          <a:ext cx="4465080" cy="1955520"/>
        </p:xfrm>
        <a:graphic>
          <a:graphicData uri="http://schemas.openxmlformats.org/drawingml/2006/table">
            <a:tbl>
              <a:tblPr/>
              <a:tblGrid>
                <a:gridCol w="1252800"/>
                <a:gridCol w="1144080"/>
                <a:gridCol w="1019520"/>
                <a:gridCol w="1049040"/>
              </a:tblGrid>
              <a:tr h="182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Plan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Variance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182880"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0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59" name="Group 7"/>
          <p:cNvGrpSpPr/>
          <p:nvPr/>
        </p:nvGrpSpPr>
        <p:grpSpPr>
          <a:xfrm>
            <a:off x="1461960" y="788760"/>
            <a:ext cx="5014080" cy="1824120"/>
            <a:chOff x="1461960" y="788760"/>
            <a:chExt cx="5014080" cy="1824120"/>
          </a:xfrm>
        </p:grpSpPr>
        <p:sp>
          <p:nvSpPr>
            <p:cNvPr id="860" name="Rounded Rectangle 14"/>
            <p:cNvSpPr/>
            <p:nvPr/>
          </p:nvSpPr>
          <p:spPr>
            <a:xfrm>
              <a:off x="1555920" y="78876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START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Rounded Rectangle 126"/>
            <p:cNvSpPr/>
            <p:nvPr/>
          </p:nvSpPr>
          <p:spPr>
            <a:xfrm>
              <a:off x="1473120" y="1257480"/>
              <a:ext cx="726120" cy="212400"/>
            </a:xfrm>
            <a:prstGeom prst="parallelogram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1: FAN MOTOR &amp; COMPRESSOR RECORDING and CHECKING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Rounded Rectangle 17"/>
            <p:cNvSpPr/>
            <p:nvPr/>
          </p:nvSpPr>
          <p:spPr>
            <a:xfrm>
              <a:off x="1582200" y="160020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1: AIRTIGHT TEST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63" name="Straight Arrow Connector 15"/>
            <p:cNvCxnSpPr>
              <a:stCxn id="861" idx="4"/>
              <a:endCxn id="862" idx="0"/>
            </p:cNvCxnSpPr>
            <p:nvPr/>
          </p:nvCxnSpPr>
          <p:spPr>
            <a:xfrm flipH="1">
              <a:off x="1836000" y="1469880"/>
              <a:ext cx="72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64" name="Rounded Rectangle 126"/>
            <p:cNvSpPr/>
            <p:nvPr/>
          </p:nvSpPr>
          <p:spPr>
            <a:xfrm>
              <a:off x="1461960" y="1012320"/>
              <a:ext cx="748080" cy="1422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5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SCAN FOR MODEL THAT WILL BE IN PRODUCTION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65" name="Straight Arrow Connector 21"/>
            <p:cNvCxnSpPr>
              <a:stCxn id="864" idx="2"/>
              <a:endCxn id="861" idx="0"/>
            </p:cNvCxnSpPr>
            <p:nvPr/>
          </p:nvCxnSpPr>
          <p:spPr>
            <a:xfrm>
              <a:off x="1836000" y="1154520"/>
              <a:ext cx="720" cy="1033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66" name="Straight Arrow Connector 22"/>
            <p:cNvCxnSpPr>
              <a:stCxn id="860" idx="2"/>
              <a:endCxn id="864" idx="0"/>
            </p:cNvCxnSpPr>
            <p:nvPr/>
          </p:nvCxnSpPr>
          <p:spPr>
            <a:xfrm flipH="1">
              <a:off x="1836000" y="930960"/>
              <a:ext cx="720" cy="81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67" name="Rounded Rectangle 17"/>
            <p:cNvSpPr/>
            <p:nvPr/>
          </p:nvSpPr>
          <p:spPr>
            <a:xfrm>
              <a:off x="1558800" y="1872720"/>
              <a:ext cx="507600" cy="142200"/>
            </a:xfrm>
            <a:prstGeom prst="parallelogram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2: GAS CHARGING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Rounded Rectangle 17"/>
            <p:cNvSpPr/>
            <p:nvPr/>
          </p:nvSpPr>
          <p:spPr>
            <a:xfrm>
              <a:off x="1473120" y="2122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4: CONTROL BOARD &amp; OUTDOOR PCB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69" name="Straight Arrow Connector 31"/>
            <p:cNvCxnSpPr>
              <a:stCxn id="862" idx="4"/>
              <a:endCxn id="867" idx="1"/>
            </p:cNvCxnSpPr>
            <p:nvPr/>
          </p:nvCxnSpPr>
          <p:spPr>
            <a:xfrm flipH="1">
              <a:off x="1830600" y="1742400"/>
              <a:ext cx="5760" cy="130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70" name="Straight Arrow Connector 32"/>
            <p:cNvCxnSpPr>
              <a:stCxn id="867" idx="4"/>
              <a:endCxn id="868" idx="1"/>
            </p:cNvCxnSpPr>
            <p:nvPr/>
          </p:nvCxnSpPr>
          <p:spPr>
            <a:xfrm flipH="1">
              <a:off x="1805400" y="2014920"/>
              <a:ext cx="7560" cy="10836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71" name="Rounded Rectangle 17"/>
            <p:cNvSpPr/>
            <p:nvPr/>
          </p:nvSpPr>
          <p:spPr>
            <a:xfrm>
              <a:off x="1473120" y="241776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00B0F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2: WIRING AND CONSTRUCTION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Rounded Rectangle 17"/>
            <p:cNvSpPr/>
            <p:nvPr/>
          </p:nvSpPr>
          <p:spPr>
            <a:xfrm>
              <a:off x="3665520" y="8701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: RUNNING INSPECTION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Rounded Rectangle 17"/>
            <p:cNvSpPr/>
            <p:nvPr/>
          </p:nvSpPr>
          <p:spPr>
            <a:xfrm>
              <a:off x="3669840" y="116064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INSPECTION 5: FINAL INSPECTION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Rounded Rectangle 17"/>
            <p:cNvSpPr/>
            <p:nvPr/>
          </p:nvSpPr>
          <p:spPr>
            <a:xfrm>
              <a:off x="3669840" y="157392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5: PACKAGING</a:t>
              </a:r>
              <a:endParaRPr lang="en-US" sz="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74" name="Straight Arrow Connector 37"/>
            <p:cNvCxnSpPr/>
            <p:nvPr/>
          </p:nvCxnSpPr>
          <p:spPr>
            <a:xfrm>
              <a:off x="1812960" y="2318400"/>
              <a:ext cx="720" cy="1076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75" name="Rounded Rectangle 17"/>
            <p:cNvSpPr/>
            <p:nvPr/>
          </p:nvSpPr>
          <p:spPr>
            <a:xfrm>
              <a:off x="2571480" y="2132280"/>
              <a:ext cx="615960" cy="195120"/>
            </a:xfrm>
            <a:prstGeom prst="parallelogram">
              <a:avLst>
                <a:gd name="adj" fmla="val 25000"/>
              </a:avLst>
            </a:prstGeom>
            <a:solidFill>
              <a:srgbClr val="92D05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3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SFIS 3: INDOOR CONTROL BOARD</a:t>
              </a:r>
              <a:endParaRPr lang="en-US" sz="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76" name="Straight Arrow Connector 39"/>
            <p:cNvCxnSpPr/>
            <p:nvPr/>
          </p:nvCxnSpPr>
          <p:spPr>
            <a:xfrm flipH="1">
              <a:off x="2058120" y="2235960"/>
              <a:ext cx="541080" cy="7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77" name="Elbow Connector 175"/>
            <p:cNvCxnSpPr>
              <a:stCxn id="871" idx="2"/>
              <a:endCxn id="872" idx="1"/>
            </p:cNvCxnSpPr>
            <p:nvPr/>
          </p:nvCxnSpPr>
          <p:spPr>
            <a:xfrm flipV="1">
              <a:off x="2064960" y="870120"/>
              <a:ext cx="1933200" cy="1645560"/>
            </a:xfrm>
            <a:prstGeom prst="bentConnector4">
              <a:avLst>
                <a:gd name="adj1" fmla="val 228217"/>
                <a:gd name="adj2" fmla="val 76126"/>
              </a:avLst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78" name="Straight Arrow Connector 41"/>
            <p:cNvCxnSpPr>
              <a:stCxn id="873" idx="4"/>
              <a:endCxn id="856" idx="0"/>
            </p:cNvCxnSpPr>
            <p:nvPr/>
          </p:nvCxnSpPr>
          <p:spPr>
            <a:xfrm>
              <a:off x="3978000" y="1355760"/>
              <a:ext cx="360" cy="21852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sp>
          <p:nvSpPr>
            <p:cNvPr id="879" name="Rounded Rectangle 14"/>
            <p:cNvSpPr/>
            <p:nvPr/>
          </p:nvSpPr>
          <p:spPr>
            <a:xfrm>
              <a:off x="3697560" y="1909080"/>
              <a:ext cx="560880" cy="142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numCol="1" spcCol="0" lIns="60480" tIns="30240" rIns="60480" bIns="30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PH" sz="7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END</a:t>
              </a:r>
              <a:endParaRPr lang="en-US" sz="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80" name="Straight Arrow Connector 43"/>
            <p:cNvCxnSpPr/>
            <p:nvPr/>
          </p:nvCxnSpPr>
          <p:spPr>
            <a:xfrm>
              <a:off x="3973680" y="1768680"/>
              <a:ext cx="720" cy="13104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  <p:cxnSp>
          <p:nvCxnSpPr>
            <p:cNvPr id="881" name="Straight Arrow Connector 44"/>
            <p:cNvCxnSpPr>
              <a:stCxn id="872" idx="4"/>
            </p:cNvCxnSpPr>
            <p:nvPr/>
          </p:nvCxnSpPr>
          <p:spPr>
            <a:xfrm>
              <a:off x="3973680" y="1065240"/>
              <a:ext cx="720" cy="103680"/>
            </a:xfrm>
            <a:prstGeom prst="straightConnector1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</p:cxnSp>
      </p:grpSp>
      <p:sp>
        <p:nvSpPr>
          <p:cNvPr id="882" name="Rectangle 45"/>
          <p:cNvSpPr/>
          <p:nvPr/>
        </p:nvSpPr>
        <p:spPr>
          <a:xfrm>
            <a:off x="8079840" y="4045680"/>
            <a:ext cx="376200" cy="307080"/>
          </a:xfrm>
          <a:prstGeom prst="rect">
            <a:avLst/>
          </a:prstGeom>
          <a:solidFill>
            <a:schemeClr val="accent3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83" name="Rectangle 46"/>
          <p:cNvSpPr/>
          <p:nvPr/>
        </p:nvSpPr>
        <p:spPr>
          <a:xfrm>
            <a:off x="8079840" y="4529520"/>
            <a:ext cx="376200" cy="3070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84" name="Rectangle 47"/>
          <p:cNvSpPr/>
          <p:nvPr/>
        </p:nvSpPr>
        <p:spPr>
          <a:xfrm>
            <a:off x="8079840" y="5013720"/>
            <a:ext cx="376200" cy="30708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87" name="Rectangle 2"/>
          <p:cNvSpPr/>
          <p:nvPr/>
        </p:nvSpPr>
        <p:spPr>
          <a:xfrm>
            <a:off x="3058200" y="219096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WORK SCHEDULE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Rectangle 3"/>
          <p:cNvSpPr/>
          <p:nvPr/>
        </p:nvSpPr>
        <p:spPr>
          <a:xfrm>
            <a:off x="3058200" y="319536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Rectangle 4"/>
          <p:cNvSpPr/>
          <p:nvPr/>
        </p:nvSpPr>
        <p:spPr>
          <a:xfrm>
            <a:off x="3058200" y="419976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MODULE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ectangle 5"/>
          <p:cNvSpPr/>
          <p:nvPr/>
        </p:nvSpPr>
        <p:spPr>
          <a:xfrm>
            <a:off x="6162120" y="265824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QC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Rectangle 6"/>
          <p:cNvSpPr/>
          <p:nvPr/>
        </p:nvSpPr>
        <p:spPr>
          <a:xfrm>
            <a:off x="6162120" y="356976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TRANSFER SLIP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94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WORK SCHEDULE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5" name="Picture 7"/>
          <p:cNvPicPr/>
          <p:nvPr/>
        </p:nvPicPr>
        <p:blipFill>
          <a:blip r:embed="rId1"/>
          <a:stretch/>
        </p:blipFill>
        <p:spPr>
          <a:xfrm>
            <a:off x="1701720" y="1944000"/>
            <a:ext cx="8218800" cy="188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6" name="Picture 9"/>
          <p:cNvPicPr/>
          <p:nvPr/>
        </p:nvPicPr>
        <p:blipFill>
          <a:blip r:embed="rId2"/>
          <a:stretch/>
        </p:blipFill>
        <p:spPr>
          <a:xfrm>
            <a:off x="1696680" y="4221720"/>
            <a:ext cx="8218800" cy="176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7" name="Picture 11"/>
          <p:cNvPicPr/>
          <p:nvPr/>
        </p:nvPicPr>
        <p:blipFill>
          <a:blip r:embed="rId3"/>
          <a:stretch/>
        </p:blipFill>
        <p:spPr>
          <a:xfrm>
            <a:off x="4333320" y="1073880"/>
            <a:ext cx="6384960" cy="43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0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 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1" name="Picture 3"/>
          <p:cNvPicPr/>
          <p:nvPr/>
        </p:nvPicPr>
        <p:blipFill>
          <a:blip r:embed="rId1"/>
          <a:stretch/>
        </p:blipFill>
        <p:spPr>
          <a:xfrm>
            <a:off x="2971440" y="1944000"/>
            <a:ext cx="5939640" cy="359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4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MODULE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5" name="Picture 1"/>
          <p:cNvPicPr/>
          <p:nvPr/>
        </p:nvPicPr>
        <p:blipFill>
          <a:blip r:embed="rId1"/>
          <a:stretch/>
        </p:blipFill>
        <p:spPr>
          <a:xfrm>
            <a:off x="2738160" y="1883880"/>
            <a:ext cx="6717960" cy="403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8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QC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9" name="Picture 3"/>
          <p:cNvPicPr/>
          <p:nvPr/>
        </p:nvPicPr>
        <p:blipFill>
          <a:blip r:embed="rId1"/>
          <a:stretch/>
        </p:blipFill>
        <p:spPr>
          <a:xfrm>
            <a:off x="4265280" y="2039040"/>
            <a:ext cx="3660840" cy="221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12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QC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3" name="Picture 1"/>
          <p:cNvPicPr/>
          <p:nvPr/>
        </p:nvPicPr>
        <p:blipFill>
          <a:blip r:embed="rId1"/>
          <a:stretch/>
        </p:blipFill>
        <p:spPr>
          <a:xfrm>
            <a:off x="4587840" y="1770120"/>
            <a:ext cx="3015720" cy="38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4" name="TextBox 4"/>
          <p:cNvSpPr/>
          <p:nvPr/>
        </p:nvSpPr>
        <p:spPr>
          <a:xfrm>
            <a:off x="8199000" y="5632920"/>
            <a:ext cx="345132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Note: QC Report shall be complete w/ judgement and name of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17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TRANSFER SLIP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8" name="Picture 1"/>
          <p:cNvPicPr/>
          <p:nvPr/>
        </p:nvPicPr>
        <p:blipFill>
          <a:blip r:embed="rId1"/>
          <a:stretch/>
        </p:blipFill>
        <p:spPr>
          <a:xfrm>
            <a:off x="4385880" y="1894680"/>
            <a:ext cx="3419280" cy="256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Rectangle 205"/>
          <p:cNvSpPr/>
          <p:nvPr/>
        </p:nvSpPr>
        <p:spPr>
          <a:xfrm>
            <a:off x="1143000" y="8640"/>
            <a:ext cx="9905400" cy="30852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1" name="Rectangle 2"/>
          <p:cNvSpPr/>
          <p:nvPr/>
        </p:nvSpPr>
        <p:spPr>
          <a:xfrm>
            <a:off x="1473120" y="920880"/>
            <a:ext cx="2529000" cy="629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TRANSFER SLIP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2" name="Picture 3"/>
          <p:cNvPicPr/>
          <p:nvPr/>
        </p:nvPicPr>
        <p:blipFill>
          <a:blip r:embed="rId1"/>
          <a:stretch/>
        </p:blipFill>
        <p:spPr>
          <a:xfrm>
            <a:off x="2194200" y="2502000"/>
            <a:ext cx="7803000" cy="185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Rectangle 205"/>
          <p:cNvSpPr/>
          <p:nvPr/>
        </p:nvSpPr>
        <p:spPr>
          <a:xfrm>
            <a:off x="0" y="8640"/>
            <a:ext cx="12191400" cy="3441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SCOREBOARD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5" name="TextBox 1"/>
          <p:cNvSpPr/>
          <p:nvPr/>
        </p:nvSpPr>
        <p:spPr>
          <a:xfrm>
            <a:off x="1474920" y="855360"/>
            <a:ext cx="83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Box 4"/>
          <p:cNvSpPr/>
          <p:nvPr/>
        </p:nvSpPr>
        <p:spPr>
          <a:xfrm>
            <a:off x="4992840" y="855360"/>
            <a:ext cx="22053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FEBRUARY 18,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Box 5"/>
          <p:cNvSpPr/>
          <p:nvPr/>
        </p:nvSpPr>
        <p:spPr>
          <a:xfrm>
            <a:off x="2413800" y="1647000"/>
            <a:ext cx="958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Box 6"/>
          <p:cNvSpPr/>
          <p:nvPr/>
        </p:nvSpPr>
        <p:spPr>
          <a:xfrm>
            <a:off x="5618880" y="1657440"/>
            <a:ext cx="7552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PLAN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Box 7"/>
          <p:cNvSpPr/>
          <p:nvPr/>
        </p:nvSpPr>
        <p:spPr>
          <a:xfrm>
            <a:off x="8909640" y="1647720"/>
            <a:ext cx="9705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Rectangle 8"/>
          <p:cNvSpPr/>
          <p:nvPr/>
        </p:nvSpPr>
        <p:spPr>
          <a:xfrm>
            <a:off x="1391400" y="3404880"/>
            <a:ext cx="9408600" cy="2449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1" name="TextBox 9"/>
          <p:cNvSpPr/>
          <p:nvPr/>
        </p:nvSpPr>
        <p:spPr>
          <a:xfrm>
            <a:off x="2163600" y="2026800"/>
            <a:ext cx="1444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Box 10"/>
          <p:cNvSpPr/>
          <p:nvPr/>
        </p:nvSpPr>
        <p:spPr>
          <a:xfrm>
            <a:off x="5719320" y="2016360"/>
            <a:ext cx="554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Box 11"/>
          <p:cNvSpPr/>
          <p:nvPr/>
        </p:nvSpPr>
        <p:spPr>
          <a:xfrm>
            <a:off x="8960400" y="2016360"/>
            <a:ext cx="8172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Box 12"/>
          <p:cNvSpPr/>
          <p:nvPr/>
        </p:nvSpPr>
        <p:spPr>
          <a:xfrm>
            <a:off x="2163600" y="2363760"/>
            <a:ext cx="1444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Box 13"/>
          <p:cNvSpPr/>
          <p:nvPr/>
        </p:nvSpPr>
        <p:spPr>
          <a:xfrm>
            <a:off x="5719320" y="2353320"/>
            <a:ext cx="554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Box 14"/>
          <p:cNvSpPr/>
          <p:nvPr/>
        </p:nvSpPr>
        <p:spPr>
          <a:xfrm>
            <a:off x="8694360" y="2337480"/>
            <a:ext cx="13334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ON-GOING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Box 15"/>
          <p:cNvSpPr/>
          <p:nvPr/>
        </p:nvSpPr>
        <p:spPr>
          <a:xfrm>
            <a:off x="2163600" y="2700720"/>
            <a:ext cx="1444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Box 16"/>
          <p:cNvSpPr/>
          <p:nvPr/>
        </p:nvSpPr>
        <p:spPr>
          <a:xfrm>
            <a:off x="5719320" y="2690280"/>
            <a:ext cx="554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Box 17"/>
          <p:cNvSpPr/>
          <p:nvPr/>
        </p:nvSpPr>
        <p:spPr>
          <a:xfrm>
            <a:off x="8370720" y="2678400"/>
            <a:ext cx="20480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 YET STARTED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Box 18"/>
          <p:cNvSpPr/>
          <p:nvPr/>
        </p:nvSpPr>
        <p:spPr>
          <a:xfrm>
            <a:off x="1585440" y="3479760"/>
            <a:ext cx="28353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ON-GOING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Box 20"/>
          <p:cNvSpPr/>
          <p:nvPr/>
        </p:nvSpPr>
        <p:spPr>
          <a:xfrm>
            <a:off x="2004480" y="3904560"/>
            <a:ext cx="958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Box 21"/>
          <p:cNvSpPr/>
          <p:nvPr/>
        </p:nvSpPr>
        <p:spPr>
          <a:xfrm>
            <a:off x="3542400" y="3904560"/>
            <a:ext cx="136224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RUNNING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SCHEDULE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Box 22"/>
          <p:cNvSpPr/>
          <p:nvPr/>
        </p:nvSpPr>
        <p:spPr>
          <a:xfrm>
            <a:off x="5484240" y="3875400"/>
            <a:ext cx="122256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RUNNING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ACTUAL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Box 23"/>
          <p:cNvSpPr/>
          <p:nvPr/>
        </p:nvSpPr>
        <p:spPr>
          <a:xfrm>
            <a:off x="7310160" y="3904560"/>
            <a:ext cx="1278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VARIANCE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Box 24"/>
          <p:cNvSpPr/>
          <p:nvPr/>
        </p:nvSpPr>
        <p:spPr>
          <a:xfrm>
            <a:off x="9049680" y="3904560"/>
            <a:ext cx="9705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Box 25"/>
          <p:cNvSpPr/>
          <p:nvPr/>
        </p:nvSpPr>
        <p:spPr>
          <a:xfrm>
            <a:off x="1585440" y="4795560"/>
            <a:ext cx="186840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Box 26"/>
          <p:cNvSpPr/>
          <p:nvPr/>
        </p:nvSpPr>
        <p:spPr>
          <a:xfrm>
            <a:off x="3761280" y="4683960"/>
            <a:ext cx="92448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343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Box 27"/>
          <p:cNvSpPr/>
          <p:nvPr/>
        </p:nvSpPr>
        <p:spPr>
          <a:xfrm>
            <a:off x="5756760" y="4703400"/>
            <a:ext cx="6775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Box 28"/>
          <p:cNvSpPr/>
          <p:nvPr/>
        </p:nvSpPr>
        <p:spPr>
          <a:xfrm>
            <a:off x="7478640" y="4663080"/>
            <a:ext cx="92448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319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Oval 29"/>
          <p:cNvSpPr/>
          <p:nvPr/>
        </p:nvSpPr>
        <p:spPr>
          <a:xfrm>
            <a:off x="9057240" y="4521600"/>
            <a:ext cx="970560" cy="970560"/>
          </a:xfrm>
          <a:prstGeom prst="ellipse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!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Box 30"/>
          <p:cNvSpPr/>
          <p:nvPr/>
        </p:nvSpPr>
        <p:spPr>
          <a:xfrm>
            <a:off x="9208800" y="5550480"/>
            <a:ext cx="6519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Behind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TextBox 31"/>
          <p:cNvSpPr/>
          <p:nvPr/>
        </p:nvSpPr>
        <p:spPr>
          <a:xfrm>
            <a:off x="11049120" y="5677560"/>
            <a:ext cx="213120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 (Variance):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Behind (Red) : more than -20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Behind (Yellow): less than -20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On-Time (Yellow-Green): 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On-Time (Green): positive value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Box 32"/>
          <p:cNvSpPr/>
          <p:nvPr/>
        </p:nvSpPr>
        <p:spPr>
          <a:xfrm>
            <a:off x="8878320" y="878400"/>
            <a:ext cx="1328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SHIFT: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Rectangle 205"/>
          <p:cNvSpPr/>
          <p:nvPr/>
        </p:nvSpPr>
        <p:spPr>
          <a:xfrm>
            <a:off x="0" y="8640"/>
            <a:ext cx="12191400" cy="3441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19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SCOREBOARD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Rectangle 19"/>
          <p:cNvSpPr/>
          <p:nvPr/>
        </p:nvSpPr>
        <p:spPr>
          <a:xfrm>
            <a:off x="1143000" y="711360"/>
            <a:ext cx="9905400" cy="5536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rgbClr val="B4E5A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56" name="TextBox 1"/>
          <p:cNvSpPr/>
          <p:nvPr/>
        </p:nvSpPr>
        <p:spPr>
          <a:xfrm>
            <a:off x="1474920" y="855360"/>
            <a:ext cx="83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Box 4"/>
          <p:cNvSpPr/>
          <p:nvPr/>
        </p:nvSpPr>
        <p:spPr>
          <a:xfrm>
            <a:off x="4992840" y="855360"/>
            <a:ext cx="22053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FEBRUARY 18,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Box 5"/>
          <p:cNvSpPr/>
          <p:nvPr/>
        </p:nvSpPr>
        <p:spPr>
          <a:xfrm>
            <a:off x="2125080" y="1639080"/>
            <a:ext cx="958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Box 6"/>
          <p:cNvSpPr/>
          <p:nvPr/>
        </p:nvSpPr>
        <p:spPr>
          <a:xfrm>
            <a:off x="4485960" y="1582200"/>
            <a:ext cx="92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Box 7"/>
          <p:cNvSpPr/>
          <p:nvPr/>
        </p:nvSpPr>
        <p:spPr>
          <a:xfrm>
            <a:off x="6580800" y="1582200"/>
            <a:ext cx="9705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Box 9"/>
          <p:cNvSpPr/>
          <p:nvPr/>
        </p:nvSpPr>
        <p:spPr>
          <a:xfrm>
            <a:off x="1882080" y="2049480"/>
            <a:ext cx="1386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Box 10"/>
          <p:cNvSpPr/>
          <p:nvPr/>
        </p:nvSpPr>
        <p:spPr>
          <a:xfrm>
            <a:off x="4328280" y="2016360"/>
            <a:ext cx="1328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1XXXXXXX1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Box 11"/>
          <p:cNvSpPr/>
          <p:nvPr/>
        </p:nvSpPr>
        <p:spPr>
          <a:xfrm>
            <a:off x="6455520" y="1990800"/>
            <a:ext cx="12211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Box 32"/>
          <p:cNvSpPr/>
          <p:nvPr/>
        </p:nvSpPr>
        <p:spPr>
          <a:xfrm>
            <a:off x="8878320" y="878400"/>
            <a:ext cx="1328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SHIFT: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Box 2"/>
          <p:cNvSpPr/>
          <p:nvPr/>
        </p:nvSpPr>
        <p:spPr>
          <a:xfrm>
            <a:off x="9095400" y="1582200"/>
            <a:ext cx="12196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REMARKS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Box 3"/>
          <p:cNvSpPr/>
          <p:nvPr/>
        </p:nvSpPr>
        <p:spPr>
          <a:xfrm>
            <a:off x="8432640" y="1982880"/>
            <a:ext cx="2615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 AT RUNNING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Box 33"/>
          <p:cNvSpPr/>
          <p:nvPr/>
        </p:nvSpPr>
        <p:spPr>
          <a:xfrm>
            <a:off x="1882080" y="2426760"/>
            <a:ext cx="1386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Box 34"/>
          <p:cNvSpPr/>
          <p:nvPr/>
        </p:nvSpPr>
        <p:spPr>
          <a:xfrm>
            <a:off x="4328280" y="2365920"/>
            <a:ext cx="1328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1XXXXXXX2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Box 35"/>
          <p:cNvSpPr/>
          <p:nvPr/>
        </p:nvSpPr>
        <p:spPr>
          <a:xfrm>
            <a:off x="6455160" y="2415600"/>
            <a:ext cx="12211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Box 36"/>
          <p:cNvSpPr/>
          <p:nvPr/>
        </p:nvSpPr>
        <p:spPr>
          <a:xfrm>
            <a:off x="8432640" y="2359800"/>
            <a:ext cx="24814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GOOD AT PACKING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Box 49"/>
          <p:cNvSpPr/>
          <p:nvPr/>
        </p:nvSpPr>
        <p:spPr>
          <a:xfrm>
            <a:off x="1882080" y="2829240"/>
            <a:ext cx="1386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Box 50"/>
          <p:cNvSpPr/>
          <p:nvPr/>
        </p:nvSpPr>
        <p:spPr>
          <a:xfrm>
            <a:off x="4328280" y="2775600"/>
            <a:ext cx="1328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1XXXXXXX3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Box 51"/>
          <p:cNvSpPr/>
          <p:nvPr/>
        </p:nvSpPr>
        <p:spPr>
          <a:xfrm>
            <a:off x="6644160" y="2784600"/>
            <a:ext cx="842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Box 52"/>
          <p:cNvSpPr/>
          <p:nvPr/>
        </p:nvSpPr>
        <p:spPr>
          <a:xfrm>
            <a:off x="9252000" y="2752200"/>
            <a:ext cx="842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Box 53"/>
          <p:cNvSpPr/>
          <p:nvPr/>
        </p:nvSpPr>
        <p:spPr>
          <a:xfrm>
            <a:off x="1870200" y="3186720"/>
            <a:ext cx="1386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Box 54"/>
          <p:cNvSpPr/>
          <p:nvPr/>
        </p:nvSpPr>
        <p:spPr>
          <a:xfrm>
            <a:off x="4328280" y="3197520"/>
            <a:ext cx="13284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1XXXXXXX4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Box 55"/>
          <p:cNvSpPr/>
          <p:nvPr/>
        </p:nvSpPr>
        <p:spPr>
          <a:xfrm>
            <a:off x="6631920" y="3153240"/>
            <a:ext cx="842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Box 56"/>
          <p:cNvSpPr/>
          <p:nvPr/>
        </p:nvSpPr>
        <p:spPr>
          <a:xfrm>
            <a:off x="9239760" y="3104280"/>
            <a:ext cx="842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Box 57"/>
          <p:cNvSpPr/>
          <p:nvPr/>
        </p:nvSpPr>
        <p:spPr>
          <a:xfrm>
            <a:off x="1870200" y="3571560"/>
            <a:ext cx="1386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CW-XXXXX2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Box 58"/>
          <p:cNvSpPr/>
          <p:nvPr/>
        </p:nvSpPr>
        <p:spPr>
          <a:xfrm>
            <a:off x="4291200" y="3528360"/>
            <a:ext cx="13190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12XXXXX60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Box 59"/>
          <p:cNvSpPr/>
          <p:nvPr/>
        </p:nvSpPr>
        <p:spPr>
          <a:xfrm>
            <a:off x="6644160" y="3551040"/>
            <a:ext cx="842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Box 60"/>
          <p:cNvSpPr/>
          <p:nvPr/>
        </p:nvSpPr>
        <p:spPr>
          <a:xfrm>
            <a:off x="9239760" y="3473640"/>
            <a:ext cx="842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4863f5d6-4760-4589-be9c-42f82e075739}" enabled="0" method="" siteId="{4863f5d6-4760-4589-be9c-42f82e075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961</TotalTime>
  <Application>LibreOffice/26.2.5.2$Windows_X86_64 LibreOffice_project/cd7284b4cbbfeb507e630c1aac019f4157393acb</Application>
  <AppVersion>15.0000</AppVersion>
  <Words>1850</Words>
  <Paragraphs>489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2026-02-16T00:59:49Z</dcterms:created>
  <dc:creator>Carlos Joaquin Mojica</dc:creator>
  <dc:description/>
  <dc:language>en-US</dc:language>
  <cp:lastModifiedBy/>
  <dcterms:modified xsi:type="dcterms:W3CDTF">2026-08-12T17:45:45Z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32</vt:i4>
  </property>
</Properties>
</file>